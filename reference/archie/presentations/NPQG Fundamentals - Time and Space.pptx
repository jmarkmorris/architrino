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807" r:id="rId2"/>
    <p:sldId id="793" r:id="rId3"/>
    <p:sldId id="808" r:id="rId4"/>
    <p:sldId id="735" r:id="rId5"/>
    <p:sldId id="809" r:id="rId6"/>
    <p:sldId id="811" r:id="rId7"/>
    <p:sldId id="737" r:id="rId8"/>
    <p:sldId id="810" r:id="rId9"/>
    <p:sldId id="25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  <a:srgbClr val="FF8AD8"/>
    <a:srgbClr val="FF7E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5266"/>
    <p:restoredTop sz="97363"/>
  </p:normalViewPr>
  <p:slideViewPr>
    <p:cSldViewPr snapToGrid="0" snapToObjects="1">
      <p:cViewPr varScale="1">
        <p:scale>
          <a:sx n="127" d="100"/>
          <a:sy n="127" d="100"/>
        </p:scale>
        <p:origin x="1192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1FD38D-F4CD-2A43-ADB3-01F28CDF5759}" type="doc">
      <dgm:prSet loTypeId="urn:microsoft.com/office/officeart/2005/8/layout/bProcess4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359EC21-CE7A-474E-B12D-39EB326EF221}">
      <dgm:prSet phldrT="[Text]"/>
      <dgm:spPr>
        <a:solidFill>
          <a:schemeClr val="accent2"/>
        </a:solidFill>
      </dgm:spPr>
      <dgm:t>
        <a:bodyPr/>
        <a:lstStyle/>
        <a:p>
          <a:pPr>
            <a:buFont typeface="Courier New" panose="02070309020205020404" pitchFamily="49" charset="0"/>
            <a:buChar char="o"/>
          </a:pP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Background for the Universe</a:t>
          </a:r>
          <a:endParaRPr lang="en-US" dirty="0"/>
        </a:p>
      </dgm:t>
    </dgm:pt>
    <dgm:pt modelId="{322026F1-AD89-7C47-BE6C-B2233AB3710C}" type="parTrans" cxnId="{835E67F1-2A7E-B54E-87B9-B146459871BB}">
      <dgm:prSet/>
      <dgm:spPr/>
      <dgm:t>
        <a:bodyPr/>
        <a:lstStyle/>
        <a:p>
          <a:endParaRPr lang="en-US"/>
        </a:p>
      </dgm:t>
    </dgm:pt>
    <dgm:pt modelId="{A64E80BD-D53E-B247-AC09-088578225F73}" type="sibTrans" cxnId="{835E67F1-2A7E-B54E-87B9-B146459871BB}">
      <dgm:prSet/>
      <dgm:spPr/>
      <dgm:t>
        <a:bodyPr/>
        <a:lstStyle/>
        <a:p>
          <a:endParaRPr lang="en-US"/>
        </a:p>
      </dgm:t>
    </dgm:pt>
    <dgm:pt modelId="{9FA227EE-37C7-CF49-86D9-82E7264A4196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Euclidean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3D Space </a:t>
          </a:r>
        </a:p>
      </dgm:t>
    </dgm:pt>
    <dgm:pt modelId="{381864A4-4FC3-7F45-8D85-A9124CCE9239}" type="parTrans" cxnId="{0B0CCFF9-9B7F-5E4B-A609-A5D38508EFF5}">
      <dgm:prSet/>
      <dgm:spPr/>
      <dgm:t>
        <a:bodyPr/>
        <a:lstStyle/>
        <a:p>
          <a:endParaRPr lang="en-US"/>
        </a:p>
      </dgm:t>
    </dgm:pt>
    <dgm:pt modelId="{AD6776A2-35B5-F54B-A376-D94FEFC02EB1}" type="sibTrans" cxnId="{0B0CCFF9-9B7F-5E4B-A609-A5D38508EFF5}">
      <dgm:prSet/>
      <dgm:spPr/>
      <dgm:t>
        <a:bodyPr/>
        <a:lstStyle/>
        <a:p>
          <a:endParaRPr lang="en-US"/>
        </a:p>
      </dgm:t>
    </dgm:pt>
    <dgm:pt modelId="{66026064-4057-1D45-BFF8-C9C6890CE826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Linear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Forward Moving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1D Time</a:t>
          </a:r>
        </a:p>
      </dgm:t>
    </dgm:pt>
    <dgm:pt modelId="{75426821-2564-F84C-8EE8-E649CC3C87FA}" type="parTrans" cxnId="{F650F739-6757-C24D-BCD1-64EB4E24E419}">
      <dgm:prSet/>
      <dgm:spPr/>
      <dgm:t>
        <a:bodyPr/>
        <a:lstStyle/>
        <a:p>
          <a:endParaRPr lang="en-US"/>
        </a:p>
      </dgm:t>
    </dgm:pt>
    <dgm:pt modelId="{83457D12-BF05-2B47-9E50-7553CA54C28C}" type="sibTrans" cxnId="{F650F739-6757-C24D-BCD1-64EB4E24E419}">
      <dgm:prSet/>
      <dgm:spPr/>
      <dgm:t>
        <a:bodyPr/>
        <a:lstStyle/>
        <a:p>
          <a:endParaRPr lang="en-US"/>
        </a:p>
      </dgm:t>
    </dgm:pt>
    <dgm:pt modelId="{5A6313DB-4763-A144-9F23-83888066686A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Particles</a:t>
          </a:r>
        </a:p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Excitations</a:t>
          </a:r>
        </a:p>
      </dgm:t>
    </dgm:pt>
    <dgm:pt modelId="{E39BE778-5D9E-4C4B-ACF7-786EADAC013E}" type="parTrans" cxnId="{06758C59-8EE9-F549-BCF3-F5E3BAA60377}">
      <dgm:prSet/>
      <dgm:spPr/>
      <dgm:t>
        <a:bodyPr/>
        <a:lstStyle/>
        <a:p>
          <a:endParaRPr lang="en-US"/>
        </a:p>
      </dgm:t>
    </dgm:pt>
    <dgm:pt modelId="{4E907E6B-1303-3B4C-9DA9-C16E361506BE}" type="sibTrans" cxnId="{06758C59-8EE9-F549-BCF3-F5E3BAA60377}">
      <dgm:prSet/>
      <dgm:spPr/>
      <dgm:t>
        <a:bodyPr/>
        <a:lstStyle/>
        <a:p>
          <a:endParaRPr lang="en-US"/>
        </a:p>
      </dgm:t>
    </dgm:pt>
    <dgm:pt modelId="{160D32A4-7217-874D-AFAB-C7D942EA50DB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Physical Coordinates in Time or Space</a:t>
          </a:r>
        </a:p>
      </dgm:t>
    </dgm:pt>
    <dgm:pt modelId="{01ACD166-701E-7F4F-AB8F-1579675CCF76}" type="parTrans" cxnId="{69E27D07-7099-1849-9998-4434B4C2F912}">
      <dgm:prSet/>
      <dgm:spPr/>
      <dgm:t>
        <a:bodyPr/>
        <a:lstStyle/>
        <a:p>
          <a:endParaRPr lang="en-US"/>
        </a:p>
      </dgm:t>
    </dgm:pt>
    <dgm:pt modelId="{D099BDEE-493A-F34C-B3AA-00EB30E43F89}" type="sibTrans" cxnId="{69E27D07-7099-1849-9998-4434B4C2F912}">
      <dgm:prSet/>
      <dgm:spPr/>
      <dgm:t>
        <a:bodyPr/>
        <a:lstStyle/>
        <a:p>
          <a:endParaRPr lang="en-US"/>
        </a:p>
      </dgm:t>
    </dgm:pt>
    <dgm:pt modelId="{14E7F11D-25E4-7241-A143-4C3B0BDEA2BF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No 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Inherent 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Energy </a:t>
          </a:r>
        </a:p>
      </dgm:t>
    </dgm:pt>
    <dgm:pt modelId="{7CDC7272-3E8C-4142-8B80-2ACEE213B344}" type="parTrans" cxnId="{F01641B2-B8F2-684F-8903-03FAB104FE0E}">
      <dgm:prSet/>
      <dgm:spPr/>
      <dgm:t>
        <a:bodyPr/>
        <a:lstStyle/>
        <a:p>
          <a:endParaRPr lang="en-US"/>
        </a:p>
      </dgm:t>
    </dgm:pt>
    <dgm:pt modelId="{25883EA0-7544-2249-BE0F-49EB42989AFC}" type="sibTrans" cxnId="{F01641B2-B8F2-684F-8903-03FAB104FE0E}">
      <dgm:prSet/>
      <dgm:spPr/>
      <dgm:t>
        <a:bodyPr/>
        <a:lstStyle/>
        <a:p>
          <a:endParaRPr lang="en-US"/>
        </a:p>
      </dgm:t>
    </dgm:pt>
    <dgm:pt modelId="{E3B2DE70-F573-8544-AEAB-ED9088B60F00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Relativistic</a:t>
          </a:r>
        </a:p>
      </dgm:t>
    </dgm:pt>
    <dgm:pt modelId="{6D1BA99D-7759-3A42-8652-B60EC8DC1DC9}" type="parTrans" cxnId="{959CA2CD-BE49-DF46-8A37-EC3A11980C8D}">
      <dgm:prSet/>
      <dgm:spPr/>
      <dgm:t>
        <a:bodyPr/>
        <a:lstStyle/>
        <a:p>
          <a:endParaRPr lang="en-US"/>
        </a:p>
      </dgm:t>
    </dgm:pt>
    <dgm:pt modelId="{ABDBA8F8-BB73-1648-A722-841A7E057649}" type="sibTrans" cxnId="{959CA2CD-BE49-DF46-8A37-EC3A11980C8D}">
      <dgm:prSet/>
      <dgm:spPr/>
      <dgm:t>
        <a:bodyPr/>
        <a:lstStyle/>
        <a:p>
          <a:endParaRPr lang="en-US"/>
        </a:p>
      </dgm:t>
    </dgm:pt>
    <dgm:pt modelId="{9BB5F94E-D1B3-7242-BE9A-62EF12EAE634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Entirely</a:t>
          </a:r>
          <a:b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</a:t>
          </a:r>
        </a:p>
      </dgm:t>
    </dgm:pt>
    <dgm:pt modelId="{996EFAA2-B30E-C943-95E4-C290066499CA}" type="parTrans" cxnId="{6B94C081-8062-604F-BCD9-FE04F1D681C3}">
      <dgm:prSet/>
      <dgm:spPr/>
      <dgm:t>
        <a:bodyPr/>
        <a:lstStyle/>
        <a:p>
          <a:endParaRPr lang="en-US"/>
        </a:p>
      </dgm:t>
    </dgm:pt>
    <dgm:pt modelId="{92FFDA60-00B9-BE47-903B-FAA16AB3912E}" type="sibTrans" cxnId="{6B94C081-8062-604F-BCD9-FE04F1D681C3}">
      <dgm:prSet/>
      <dgm:spPr/>
      <dgm:t>
        <a:bodyPr/>
        <a:lstStyle/>
        <a:p>
          <a:endParaRPr lang="en-US"/>
        </a:p>
      </dgm:t>
    </dgm:pt>
    <dgm:pt modelId="{2DF3F0B9-F05B-B74B-A242-02E76B12DBAC}">
      <dgm:prSet/>
      <dgm:spPr>
        <a:solidFill>
          <a:schemeClr val="accent2"/>
        </a:solidFill>
      </dgm:spPr>
      <dgm:t>
        <a:bodyPr/>
        <a:lstStyle/>
        <a:p>
          <a:r>
            <a:rPr lang="en-US" b="1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Simply a Vessel</a:t>
          </a:r>
        </a:p>
      </dgm:t>
    </dgm:pt>
    <dgm:pt modelId="{D795B424-646F-2542-A3A0-D6EB40C15902}" type="parTrans" cxnId="{48C8E505-DCDC-694C-A0B0-5D723BCE97C0}">
      <dgm:prSet/>
      <dgm:spPr/>
      <dgm:t>
        <a:bodyPr/>
        <a:lstStyle/>
        <a:p>
          <a:endParaRPr lang="en-US"/>
        </a:p>
      </dgm:t>
    </dgm:pt>
    <dgm:pt modelId="{37087B25-D7E6-AA42-9C90-1E1FD3CDF316}" type="sibTrans" cxnId="{48C8E505-DCDC-694C-A0B0-5D723BCE97C0}">
      <dgm:prSet/>
      <dgm:spPr/>
      <dgm:t>
        <a:bodyPr/>
        <a:lstStyle/>
        <a:p>
          <a:endParaRPr lang="en-US"/>
        </a:p>
      </dgm:t>
    </dgm:pt>
    <dgm:pt modelId="{C3F9A299-269B-E94A-850F-C46395C18509}" type="pres">
      <dgm:prSet presAssocID="{D01FD38D-F4CD-2A43-ADB3-01F28CDF5759}" presName="Name0" presStyleCnt="0">
        <dgm:presLayoutVars>
          <dgm:dir/>
          <dgm:resizeHandles/>
        </dgm:presLayoutVars>
      </dgm:prSet>
      <dgm:spPr/>
    </dgm:pt>
    <dgm:pt modelId="{37C5D8CA-E292-724B-9DC1-66A17A87255B}" type="pres">
      <dgm:prSet presAssocID="{8359EC21-CE7A-474E-B12D-39EB326EF221}" presName="compNode" presStyleCnt="0"/>
      <dgm:spPr/>
    </dgm:pt>
    <dgm:pt modelId="{58FD04BC-7122-564D-9565-5FF6DC7BF953}" type="pres">
      <dgm:prSet presAssocID="{8359EC21-CE7A-474E-B12D-39EB326EF221}" presName="dummyConnPt" presStyleCnt="0"/>
      <dgm:spPr/>
    </dgm:pt>
    <dgm:pt modelId="{87CEBE38-2FD1-3641-8413-20EF56183377}" type="pres">
      <dgm:prSet presAssocID="{8359EC21-CE7A-474E-B12D-39EB326EF221}" presName="node" presStyleLbl="node1" presStyleIdx="0" presStyleCnt="9">
        <dgm:presLayoutVars>
          <dgm:bulletEnabled val="1"/>
        </dgm:presLayoutVars>
      </dgm:prSet>
      <dgm:spPr/>
    </dgm:pt>
    <dgm:pt modelId="{DCB9020E-296C-DA4E-9BC0-542FCA01E952}" type="pres">
      <dgm:prSet presAssocID="{A64E80BD-D53E-B247-AC09-088578225F73}" presName="sibTrans" presStyleLbl="bgSibTrans2D1" presStyleIdx="0" presStyleCnt="8"/>
      <dgm:spPr/>
    </dgm:pt>
    <dgm:pt modelId="{4866EEC4-5F0B-A040-B117-3292CE9C758D}" type="pres">
      <dgm:prSet presAssocID="{9FA227EE-37C7-CF49-86D9-82E7264A4196}" presName="compNode" presStyleCnt="0"/>
      <dgm:spPr/>
    </dgm:pt>
    <dgm:pt modelId="{1042947A-147A-4B48-B375-A1CD3FEED42B}" type="pres">
      <dgm:prSet presAssocID="{9FA227EE-37C7-CF49-86D9-82E7264A4196}" presName="dummyConnPt" presStyleCnt="0"/>
      <dgm:spPr/>
    </dgm:pt>
    <dgm:pt modelId="{4F2B5DCE-0C3F-9942-9BB9-8702C25B9793}" type="pres">
      <dgm:prSet presAssocID="{9FA227EE-37C7-CF49-86D9-82E7264A4196}" presName="node" presStyleLbl="node1" presStyleIdx="1" presStyleCnt="9">
        <dgm:presLayoutVars>
          <dgm:bulletEnabled val="1"/>
        </dgm:presLayoutVars>
      </dgm:prSet>
      <dgm:spPr/>
    </dgm:pt>
    <dgm:pt modelId="{4320B159-597D-8F4C-B144-4B15424B64BE}" type="pres">
      <dgm:prSet presAssocID="{AD6776A2-35B5-F54B-A376-D94FEFC02EB1}" presName="sibTrans" presStyleLbl="bgSibTrans2D1" presStyleIdx="1" presStyleCnt="8"/>
      <dgm:spPr/>
    </dgm:pt>
    <dgm:pt modelId="{33133FAF-344F-B74D-8B47-E915E73B5955}" type="pres">
      <dgm:prSet presAssocID="{66026064-4057-1D45-BFF8-C9C6890CE826}" presName="compNode" presStyleCnt="0"/>
      <dgm:spPr/>
    </dgm:pt>
    <dgm:pt modelId="{BD5C6F33-3706-2945-A6E6-0FAD109B4E1D}" type="pres">
      <dgm:prSet presAssocID="{66026064-4057-1D45-BFF8-C9C6890CE826}" presName="dummyConnPt" presStyleCnt="0"/>
      <dgm:spPr/>
    </dgm:pt>
    <dgm:pt modelId="{C7D6C707-DB6A-A44C-8F38-66EC9C520B6F}" type="pres">
      <dgm:prSet presAssocID="{66026064-4057-1D45-BFF8-C9C6890CE826}" presName="node" presStyleLbl="node1" presStyleIdx="2" presStyleCnt="9">
        <dgm:presLayoutVars>
          <dgm:bulletEnabled val="1"/>
        </dgm:presLayoutVars>
      </dgm:prSet>
      <dgm:spPr/>
    </dgm:pt>
    <dgm:pt modelId="{9AA225DB-50F5-0542-80D3-6C77850181BA}" type="pres">
      <dgm:prSet presAssocID="{83457D12-BF05-2B47-9E50-7553CA54C28C}" presName="sibTrans" presStyleLbl="bgSibTrans2D1" presStyleIdx="2" presStyleCnt="8"/>
      <dgm:spPr/>
    </dgm:pt>
    <dgm:pt modelId="{23B71A46-C239-E247-98E3-40FCDBE39824}" type="pres">
      <dgm:prSet presAssocID="{5A6313DB-4763-A144-9F23-83888066686A}" presName="compNode" presStyleCnt="0"/>
      <dgm:spPr/>
    </dgm:pt>
    <dgm:pt modelId="{78F3F74B-6280-644E-9365-E3535E721F34}" type="pres">
      <dgm:prSet presAssocID="{5A6313DB-4763-A144-9F23-83888066686A}" presName="dummyConnPt" presStyleCnt="0"/>
      <dgm:spPr/>
    </dgm:pt>
    <dgm:pt modelId="{4C26624C-9373-814B-A75D-A836FE65A0C3}" type="pres">
      <dgm:prSet presAssocID="{5A6313DB-4763-A144-9F23-83888066686A}" presName="node" presStyleLbl="node1" presStyleIdx="3" presStyleCnt="9">
        <dgm:presLayoutVars>
          <dgm:bulletEnabled val="1"/>
        </dgm:presLayoutVars>
      </dgm:prSet>
      <dgm:spPr/>
    </dgm:pt>
    <dgm:pt modelId="{5C563874-8FFF-694D-B329-4C38F881B901}" type="pres">
      <dgm:prSet presAssocID="{4E907E6B-1303-3B4C-9DA9-C16E361506BE}" presName="sibTrans" presStyleLbl="bgSibTrans2D1" presStyleIdx="3" presStyleCnt="8"/>
      <dgm:spPr/>
    </dgm:pt>
    <dgm:pt modelId="{8D298E25-27A0-504F-874F-BBC8774F7C56}" type="pres">
      <dgm:prSet presAssocID="{160D32A4-7217-874D-AFAB-C7D942EA50DB}" presName="compNode" presStyleCnt="0"/>
      <dgm:spPr/>
    </dgm:pt>
    <dgm:pt modelId="{7AA30EDC-0B36-B340-AD00-54863DB3C2D1}" type="pres">
      <dgm:prSet presAssocID="{160D32A4-7217-874D-AFAB-C7D942EA50DB}" presName="dummyConnPt" presStyleCnt="0"/>
      <dgm:spPr/>
    </dgm:pt>
    <dgm:pt modelId="{D0BEB9E8-C4FD-4A46-9A90-0EE6043BCFA9}" type="pres">
      <dgm:prSet presAssocID="{160D32A4-7217-874D-AFAB-C7D942EA50DB}" presName="node" presStyleLbl="node1" presStyleIdx="4" presStyleCnt="9">
        <dgm:presLayoutVars>
          <dgm:bulletEnabled val="1"/>
        </dgm:presLayoutVars>
      </dgm:prSet>
      <dgm:spPr/>
    </dgm:pt>
    <dgm:pt modelId="{865E9A3B-4994-EF41-8BF2-ED097B57AF5F}" type="pres">
      <dgm:prSet presAssocID="{D099BDEE-493A-F34C-B3AA-00EB30E43F89}" presName="sibTrans" presStyleLbl="bgSibTrans2D1" presStyleIdx="4" presStyleCnt="8"/>
      <dgm:spPr/>
    </dgm:pt>
    <dgm:pt modelId="{8C1654F9-E448-F543-9C10-DCC02496FBDE}" type="pres">
      <dgm:prSet presAssocID="{14E7F11D-25E4-7241-A143-4C3B0BDEA2BF}" presName="compNode" presStyleCnt="0"/>
      <dgm:spPr/>
    </dgm:pt>
    <dgm:pt modelId="{F4753CDD-29C3-6042-8115-A8B15D5087FC}" type="pres">
      <dgm:prSet presAssocID="{14E7F11D-25E4-7241-A143-4C3B0BDEA2BF}" presName="dummyConnPt" presStyleCnt="0"/>
      <dgm:spPr/>
    </dgm:pt>
    <dgm:pt modelId="{715E7745-F48C-2F46-A5C9-B394C74E2DD8}" type="pres">
      <dgm:prSet presAssocID="{14E7F11D-25E4-7241-A143-4C3B0BDEA2BF}" presName="node" presStyleLbl="node1" presStyleIdx="5" presStyleCnt="9">
        <dgm:presLayoutVars>
          <dgm:bulletEnabled val="1"/>
        </dgm:presLayoutVars>
      </dgm:prSet>
      <dgm:spPr/>
    </dgm:pt>
    <dgm:pt modelId="{84100EEB-6FE8-6B4C-878E-A8BDC6BC7823}" type="pres">
      <dgm:prSet presAssocID="{25883EA0-7544-2249-BE0F-49EB42989AFC}" presName="sibTrans" presStyleLbl="bgSibTrans2D1" presStyleIdx="5" presStyleCnt="8"/>
      <dgm:spPr/>
    </dgm:pt>
    <dgm:pt modelId="{0A8F9443-343D-754B-8609-0DA7C5369BB4}" type="pres">
      <dgm:prSet presAssocID="{E3B2DE70-F573-8544-AEAB-ED9088B60F00}" presName="compNode" presStyleCnt="0"/>
      <dgm:spPr/>
    </dgm:pt>
    <dgm:pt modelId="{CA2AD854-2EEB-9946-A750-6F1F1CF103CA}" type="pres">
      <dgm:prSet presAssocID="{E3B2DE70-F573-8544-AEAB-ED9088B60F00}" presName="dummyConnPt" presStyleCnt="0"/>
      <dgm:spPr/>
    </dgm:pt>
    <dgm:pt modelId="{64B5040E-365B-964E-9DAE-BB6AD5E3F9DB}" type="pres">
      <dgm:prSet presAssocID="{E3B2DE70-F573-8544-AEAB-ED9088B60F00}" presName="node" presStyleLbl="node1" presStyleIdx="6" presStyleCnt="9">
        <dgm:presLayoutVars>
          <dgm:bulletEnabled val="1"/>
        </dgm:presLayoutVars>
      </dgm:prSet>
      <dgm:spPr/>
    </dgm:pt>
    <dgm:pt modelId="{705AC391-D517-A644-BC31-B72DDC52899E}" type="pres">
      <dgm:prSet presAssocID="{ABDBA8F8-BB73-1648-A722-841A7E057649}" presName="sibTrans" presStyleLbl="bgSibTrans2D1" presStyleIdx="6" presStyleCnt="8"/>
      <dgm:spPr/>
    </dgm:pt>
    <dgm:pt modelId="{8A7091AA-4CC1-014A-B001-064FE3258C43}" type="pres">
      <dgm:prSet presAssocID="{9BB5F94E-D1B3-7242-BE9A-62EF12EAE634}" presName="compNode" presStyleCnt="0"/>
      <dgm:spPr/>
    </dgm:pt>
    <dgm:pt modelId="{21BB8398-4C99-9B40-BD59-5C35F1F311BA}" type="pres">
      <dgm:prSet presAssocID="{9BB5F94E-D1B3-7242-BE9A-62EF12EAE634}" presName="dummyConnPt" presStyleCnt="0"/>
      <dgm:spPr/>
    </dgm:pt>
    <dgm:pt modelId="{A9351F6A-73B3-8D49-A4BA-C98DCA216955}" type="pres">
      <dgm:prSet presAssocID="{9BB5F94E-D1B3-7242-BE9A-62EF12EAE634}" presName="node" presStyleLbl="node1" presStyleIdx="7" presStyleCnt="9">
        <dgm:presLayoutVars>
          <dgm:bulletEnabled val="1"/>
        </dgm:presLayoutVars>
      </dgm:prSet>
      <dgm:spPr/>
    </dgm:pt>
    <dgm:pt modelId="{8C8D39F2-0C8D-8944-BED5-F7D04C50E128}" type="pres">
      <dgm:prSet presAssocID="{92FFDA60-00B9-BE47-903B-FAA16AB3912E}" presName="sibTrans" presStyleLbl="bgSibTrans2D1" presStyleIdx="7" presStyleCnt="8"/>
      <dgm:spPr/>
    </dgm:pt>
    <dgm:pt modelId="{237CA7B1-4092-B240-91DC-AC9396E71626}" type="pres">
      <dgm:prSet presAssocID="{2DF3F0B9-F05B-B74B-A242-02E76B12DBAC}" presName="compNode" presStyleCnt="0"/>
      <dgm:spPr/>
    </dgm:pt>
    <dgm:pt modelId="{77B64168-D153-BE4C-AAD0-7D7EFDA638AB}" type="pres">
      <dgm:prSet presAssocID="{2DF3F0B9-F05B-B74B-A242-02E76B12DBAC}" presName="dummyConnPt" presStyleCnt="0"/>
      <dgm:spPr/>
    </dgm:pt>
    <dgm:pt modelId="{30301D1B-2C2D-EA40-B489-C1175D84CAE4}" type="pres">
      <dgm:prSet presAssocID="{2DF3F0B9-F05B-B74B-A242-02E76B12DBAC}" presName="node" presStyleLbl="node1" presStyleIdx="8" presStyleCnt="9">
        <dgm:presLayoutVars>
          <dgm:bulletEnabled val="1"/>
        </dgm:presLayoutVars>
      </dgm:prSet>
      <dgm:spPr/>
    </dgm:pt>
  </dgm:ptLst>
  <dgm:cxnLst>
    <dgm:cxn modelId="{48C8E505-DCDC-694C-A0B0-5D723BCE97C0}" srcId="{D01FD38D-F4CD-2A43-ADB3-01F28CDF5759}" destId="{2DF3F0B9-F05B-B74B-A242-02E76B12DBAC}" srcOrd="8" destOrd="0" parTransId="{D795B424-646F-2542-A3A0-D6EB40C15902}" sibTransId="{37087B25-D7E6-AA42-9C90-1E1FD3CDF316}"/>
    <dgm:cxn modelId="{69E27D07-7099-1849-9998-4434B4C2F912}" srcId="{D01FD38D-F4CD-2A43-ADB3-01F28CDF5759}" destId="{160D32A4-7217-874D-AFAB-C7D942EA50DB}" srcOrd="4" destOrd="0" parTransId="{01ACD166-701E-7F4F-AB8F-1579675CCF76}" sibTransId="{D099BDEE-493A-F34C-B3AA-00EB30E43F89}"/>
    <dgm:cxn modelId="{4A48C60F-B747-3C4E-ABA5-3AA4ABE5642A}" type="presOf" srcId="{83457D12-BF05-2B47-9E50-7553CA54C28C}" destId="{9AA225DB-50F5-0542-80D3-6C77850181BA}" srcOrd="0" destOrd="0" presId="urn:microsoft.com/office/officeart/2005/8/layout/bProcess4"/>
    <dgm:cxn modelId="{C2B4061F-E54A-F14D-8527-5FD3890FAE80}" type="presOf" srcId="{A64E80BD-D53E-B247-AC09-088578225F73}" destId="{DCB9020E-296C-DA4E-9BC0-542FCA01E952}" srcOrd="0" destOrd="0" presId="urn:microsoft.com/office/officeart/2005/8/layout/bProcess4"/>
    <dgm:cxn modelId="{98EBD81F-604A-4947-8D70-F1EA8EFC6717}" type="presOf" srcId="{160D32A4-7217-874D-AFAB-C7D942EA50DB}" destId="{D0BEB9E8-C4FD-4A46-9A90-0EE6043BCFA9}" srcOrd="0" destOrd="0" presId="urn:microsoft.com/office/officeart/2005/8/layout/bProcess4"/>
    <dgm:cxn modelId="{AFFAC437-018C-AD4E-996C-B202E337BCC5}" type="presOf" srcId="{14E7F11D-25E4-7241-A143-4C3B0BDEA2BF}" destId="{715E7745-F48C-2F46-A5C9-B394C74E2DD8}" srcOrd="0" destOrd="0" presId="urn:microsoft.com/office/officeart/2005/8/layout/bProcess4"/>
    <dgm:cxn modelId="{F650F739-6757-C24D-BCD1-64EB4E24E419}" srcId="{D01FD38D-F4CD-2A43-ADB3-01F28CDF5759}" destId="{66026064-4057-1D45-BFF8-C9C6890CE826}" srcOrd="2" destOrd="0" parTransId="{75426821-2564-F84C-8EE8-E649CC3C87FA}" sibTransId="{83457D12-BF05-2B47-9E50-7553CA54C28C}"/>
    <dgm:cxn modelId="{E2AD383C-B909-494B-98A4-7B1AAAAD68AF}" type="presOf" srcId="{AD6776A2-35B5-F54B-A376-D94FEFC02EB1}" destId="{4320B159-597D-8F4C-B144-4B15424B64BE}" srcOrd="0" destOrd="0" presId="urn:microsoft.com/office/officeart/2005/8/layout/bProcess4"/>
    <dgm:cxn modelId="{8B0A0C41-3841-984A-8535-E26BD942D74B}" type="presOf" srcId="{9FA227EE-37C7-CF49-86D9-82E7264A4196}" destId="{4F2B5DCE-0C3F-9942-9BB9-8702C25B9793}" srcOrd="0" destOrd="0" presId="urn:microsoft.com/office/officeart/2005/8/layout/bProcess4"/>
    <dgm:cxn modelId="{F89D7848-1EF8-6B4C-AFCF-E3380CB0740C}" type="presOf" srcId="{4E907E6B-1303-3B4C-9DA9-C16E361506BE}" destId="{5C563874-8FFF-694D-B329-4C38F881B901}" srcOrd="0" destOrd="0" presId="urn:microsoft.com/office/officeart/2005/8/layout/bProcess4"/>
    <dgm:cxn modelId="{06758C59-8EE9-F549-BCF3-F5E3BAA60377}" srcId="{D01FD38D-F4CD-2A43-ADB3-01F28CDF5759}" destId="{5A6313DB-4763-A144-9F23-83888066686A}" srcOrd="3" destOrd="0" parTransId="{E39BE778-5D9E-4C4B-ACF7-786EADAC013E}" sibTransId="{4E907E6B-1303-3B4C-9DA9-C16E361506BE}"/>
    <dgm:cxn modelId="{A5834863-4CDF-6644-8841-CB0BF4C01790}" type="presOf" srcId="{D099BDEE-493A-F34C-B3AA-00EB30E43F89}" destId="{865E9A3B-4994-EF41-8BF2-ED097B57AF5F}" srcOrd="0" destOrd="0" presId="urn:microsoft.com/office/officeart/2005/8/layout/bProcess4"/>
    <dgm:cxn modelId="{6B94C081-8062-604F-BCD9-FE04F1D681C3}" srcId="{D01FD38D-F4CD-2A43-ADB3-01F28CDF5759}" destId="{9BB5F94E-D1B3-7242-BE9A-62EF12EAE634}" srcOrd="7" destOrd="0" parTransId="{996EFAA2-B30E-C943-95E4-C290066499CA}" sibTransId="{92FFDA60-00B9-BE47-903B-FAA16AB3912E}"/>
    <dgm:cxn modelId="{D91BFA81-7584-614A-B3BE-5DEAF74FBB5C}" type="presOf" srcId="{9BB5F94E-D1B3-7242-BE9A-62EF12EAE634}" destId="{A9351F6A-73B3-8D49-A4BA-C98DCA216955}" srcOrd="0" destOrd="0" presId="urn:microsoft.com/office/officeart/2005/8/layout/bProcess4"/>
    <dgm:cxn modelId="{D9F4B994-547D-B34E-89B9-7D96FC72DF8E}" type="presOf" srcId="{66026064-4057-1D45-BFF8-C9C6890CE826}" destId="{C7D6C707-DB6A-A44C-8F38-66EC9C520B6F}" srcOrd="0" destOrd="0" presId="urn:microsoft.com/office/officeart/2005/8/layout/bProcess4"/>
    <dgm:cxn modelId="{3AD427AA-0DFD-DD44-AE99-4C1C276ADE10}" type="presOf" srcId="{2DF3F0B9-F05B-B74B-A242-02E76B12DBAC}" destId="{30301D1B-2C2D-EA40-B489-C1175D84CAE4}" srcOrd="0" destOrd="0" presId="urn:microsoft.com/office/officeart/2005/8/layout/bProcess4"/>
    <dgm:cxn modelId="{F01641B2-B8F2-684F-8903-03FAB104FE0E}" srcId="{D01FD38D-F4CD-2A43-ADB3-01F28CDF5759}" destId="{14E7F11D-25E4-7241-A143-4C3B0BDEA2BF}" srcOrd="5" destOrd="0" parTransId="{7CDC7272-3E8C-4142-8B80-2ACEE213B344}" sibTransId="{25883EA0-7544-2249-BE0F-49EB42989AFC}"/>
    <dgm:cxn modelId="{BF25E5B2-34F8-194C-B29E-204DB05343EA}" type="presOf" srcId="{8359EC21-CE7A-474E-B12D-39EB326EF221}" destId="{87CEBE38-2FD1-3641-8413-20EF56183377}" srcOrd="0" destOrd="0" presId="urn:microsoft.com/office/officeart/2005/8/layout/bProcess4"/>
    <dgm:cxn modelId="{1C8B04C3-4CC2-8046-A98C-219F1C973900}" type="presOf" srcId="{ABDBA8F8-BB73-1648-A722-841A7E057649}" destId="{705AC391-D517-A644-BC31-B72DDC52899E}" srcOrd="0" destOrd="0" presId="urn:microsoft.com/office/officeart/2005/8/layout/bProcess4"/>
    <dgm:cxn modelId="{959CA2CD-BE49-DF46-8A37-EC3A11980C8D}" srcId="{D01FD38D-F4CD-2A43-ADB3-01F28CDF5759}" destId="{E3B2DE70-F573-8544-AEAB-ED9088B60F00}" srcOrd="6" destOrd="0" parTransId="{6D1BA99D-7759-3A42-8652-B60EC8DC1DC9}" sibTransId="{ABDBA8F8-BB73-1648-A722-841A7E057649}"/>
    <dgm:cxn modelId="{A5A745D0-B71C-8349-9522-91B899EC8EDA}" type="presOf" srcId="{E3B2DE70-F573-8544-AEAB-ED9088B60F00}" destId="{64B5040E-365B-964E-9DAE-BB6AD5E3F9DB}" srcOrd="0" destOrd="0" presId="urn:microsoft.com/office/officeart/2005/8/layout/bProcess4"/>
    <dgm:cxn modelId="{C5FF2CE1-A8F9-7149-A5A7-57FAEB61DB89}" type="presOf" srcId="{D01FD38D-F4CD-2A43-ADB3-01F28CDF5759}" destId="{C3F9A299-269B-E94A-850F-C46395C18509}" srcOrd="0" destOrd="0" presId="urn:microsoft.com/office/officeart/2005/8/layout/bProcess4"/>
    <dgm:cxn modelId="{F74DE0E4-1BC5-0C43-83B1-E32030B27749}" type="presOf" srcId="{5A6313DB-4763-A144-9F23-83888066686A}" destId="{4C26624C-9373-814B-A75D-A836FE65A0C3}" srcOrd="0" destOrd="0" presId="urn:microsoft.com/office/officeart/2005/8/layout/bProcess4"/>
    <dgm:cxn modelId="{BEC743EE-E73A-4441-BA0A-B33E6C82EB54}" type="presOf" srcId="{92FFDA60-00B9-BE47-903B-FAA16AB3912E}" destId="{8C8D39F2-0C8D-8944-BED5-F7D04C50E128}" srcOrd="0" destOrd="0" presId="urn:microsoft.com/office/officeart/2005/8/layout/bProcess4"/>
    <dgm:cxn modelId="{835E67F1-2A7E-B54E-87B9-B146459871BB}" srcId="{D01FD38D-F4CD-2A43-ADB3-01F28CDF5759}" destId="{8359EC21-CE7A-474E-B12D-39EB326EF221}" srcOrd="0" destOrd="0" parTransId="{322026F1-AD89-7C47-BE6C-B2233AB3710C}" sibTransId="{A64E80BD-D53E-B247-AC09-088578225F73}"/>
    <dgm:cxn modelId="{64899BF2-12FF-174B-B41A-0C67BE2B5573}" type="presOf" srcId="{25883EA0-7544-2249-BE0F-49EB42989AFC}" destId="{84100EEB-6FE8-6B4C-878E-A8BDC6BC7823}" srcOrd="0" destOrd="0" presId="urn:microsoft.com/office/officeart/2005/8/layout/bProcess4"/>
    <dgm:cxn modelId="{0B0CCFF9-9B7F-5E4B-A609-A5D38508EFF5}" srcId="{D01FD38D-F4CD-2A43-ADB3-01F28CDF5759}" destId="{9FA227EE-37C7-CF49-86D9-82E7264A4196}" srcOrd="1" destOrd="0" parTransId="{381864A4-4FC3-7F45-8D85-A9124CCE9239}" sibTransId="{AD6776A2-35B5-F54B-A376-D94FEFC02EB1}"/>
    <dgm:cxn modelId="{F804B6DE-7237-A646-BE54-EA3DA7A195B8}" type="presParOf" srcId="{C3F9A299-269B-E94A-850F-C46395C18509}" destId="{37C5D8CA-E292-724B-9DC1-66A17A87255B}" srcOrd="0" destOrd="0" presId="urn:microsoft.com/office/officeart/2005/8/layout/bProcess4"/>
    <dgm:cxn modelId="{6BAF42D4-6F4C-E844-A798-94E85FE5C12B}" type="presParOf" srcId="{37C5D8CA-E292-724B-9DC1-66A17A87255B}" destId="{58FD04BC-7122-564D-9565-5FF6DC7BF953}" srcOrd="0" destOrd="0" presId="urn:microsoft.com/office/officeart/2005/8/layout/bProcess4"/>
    <dgm:cxn modelId="{8CE08F97-B4BA-4B4A-9BD1-BC02FC7FB97A}" type="presParOf" srcId="{37C5D8CA-E292-724B-9DC1-66A17A87255B}" destId="{87CEBE38-2FD1-3641-8413-20EF56183377}" srcOrd="1" destOrd="0" presId="urn:microsoft.com/office/officeart/2005/8/layout/bProcess4"/>
    <dgm:cxn modelId="{6498153F-4106-854D-9877-5745F9B7861F}" type="presParOf" srcId="{C3F9A299-269B-E94A-850F-C46395C18509}" destId="{DCB9020E-296C-DA4E-9BC0-542FCA01E952}" srcOrd="1" destOrd="0" presId="urn:microsoft.com/office/officeart/2005/8/layout/bProcess4"/>
    <dgm:cxn modelId="{812DCF15-9074-BD47-AF02-5EE19F683648}" type="presParOf" srcId="{C3F9A299-269B-E94A-850F-C46395C18509}" destId="{4866EEC4-5F0B-A040-B117-3292CE9C758D}" srcOrd="2" destOrd="0" presId="urn:microsoft.com/office/officeart/2005/8/layout/bProcess4"/>
    <dgm:cxn modelId="{C05AC1AA-7838-3849-BAB0-D8E7FC37569C}" type="presParOf" srcId="{4866EEC4-5F0B-A040-B117-3292CE9C758D}" destId="{1042947A-147A-4B48-B375-A1CD3FEED42B}" srcOrd="0" destOrd="0" presId="urn:microsoft.com/office/officeart/2005/8/layout/bProcess4"/>
    <dgm:cxn modelId="{0E0BEF68-EE8F-CC4E-9218-8624E2338A60}" type="presParOf" srcId="{4866EEC4-5F0B-A040-B117-3292CE9C758D}" destId="{4F2B5DCE-0C3F-9942-9BB9-8702C25B9793}" srcOrd="1" destOrd="0" presId="urn:microsoft.com/office/officeart/2005/8/layout/bProcess4"/>
    <dgm:cxn modelId="{7B5A600C-79D7-FE41-8578-C531D02CABCC}" type="presParOf" srcId="{C3F9A299-269B-E94A-850F-C46395C18509}" destId="{4320B159-597D-8F4C-B144-4B15424B64BE}" srcOrd="3" destOrd="0" presId="urn:microsoft.com/office/officeart/2005/8/layout/bProcess4"/>
    <dgm:cxn modelId="{A6A8CA70-48C1-A840-9514-A3574370948F}" type="presParOf" srcId="{C3F9A299-269B-E94A-850F-C46395C18509}" destId="{33133FAF-344F-B74D-8B47-E915E73B5955}" srcOrd="4" destOrd="0" presId="urn:microsoft.com/office/officeart/2005/8/layout/bProcess4"/>
    <dgm:cxn modelId="{0F19F19B-0DB2-004B-81A1-4453D2836FC0}" type="presParOf" srcId="{33133FAF-344F-B74D-8B47-E915E73B5955}" destId="{BD5C6F33-3706-2945-A6E6-0FAD109B4E1D}" srcOrd="0" destOrd="0" presId="urn:microsoft.com/office/officeart/2005/8/layout/bProcess4"/>
    <dgm:cxn modelId="{DA948E1F-044D-8141-A4D4-C73347574EEF}" type="presParOf" srcId="{33133FAF-344F-B74D-8B47-E915E73B5955}" destId="{C7D6C707-DB6A-A44C-8F38-66EC9C520B6F}" srcOrd="1" destOrd="0" presId="urn:microsoft.com/office/officeart/2005/8/layout/bProcess4"/>
    <dgm:cxn modelId="{334F9768-40AD-E946-A021-10BF47DF5A79}" type="presParOf" srcId="{C3F9A299-269B-E94A-850F-C46395C18509}" destId="{9AA225DB-50F5-0542-80D3-6C77850181BA}" srcOrd="5" destOrd="0" presId="urn:microsoft.com/office/officeart/2005/8/layout/bProcess4"/>
    <dgm:cxn modelId="{51AB5B8E-F7BA-BA40-86AA-6AF1AE37B7A6}" type="presParOf" srcId="{C3F9A299-269B-E94A-850F-C46395C18509}" destId="{23B71A46-C239-E247-98E3-40FCDBE39824}" srcOrd="6" destOrd="0" presId="urn:microsoft.com/office/officeart/2005/8/layout/bProcess4"/>
    <dgm:cxn modelId="{E1413283-1C00-6041-99E2-50984C44B0E8}" type="presParOf" srcId="{23B71A46-C239-E247-98E3-40FCDBE39824}" destId="{78F3F74B-6280-644E-9365-E3535E721F34}" srcOrd="0" destOrd="0" presId="urn:microsoft.com/office/officeart/2005/8/layout/bProcess4"/>
    <dgm:cxn modelId="{337AA2F6-C2B8-E740-A527-44ADF18E0947}" type="presParOf" srcId="{23B71A46-C239-E247-98E3-40FCDBE39824}" destId="{4C26624C-9373-814B-A75D-A836FE65A0C3}" srcOrd="1" destOrd="0" presId="urn:microsoft.com/office/officeart/2005/8/layout/bProcess4"/>
    <dgm:cxn modelId="{4CFE6D05-D0F2-3C42-9545-EE24C49A0B93}" type="presParOf" srcId="{C3F9A299-269B-E94A-850F-C46395C18509}" destId="{5C563874-8FFF-694D-B329-4C38F881B901}" srcOrd="7" destOrd="0" presId="urn:microsoft.com/office/officeart/2005/8/layout/bProcess4"/>
    <dgm:cxn modelId="{7477BCAF-7B6A-2B4B-B43E-5FE630338EA0}" type="presParOf" srcId="{C3F9A299-269B-E94A-850F-C46395C18509}" destId="{8D298E25-27A0-504F-874F-BBC8774F7C56}" srcOrd="8" destOrd="0" presId="urn:microsoft.com/office/officeart/2005/8/layout/bProcess4"/>
    <dgm:cxn modelId="{0165E0EB-D847-C240-9E79-745CE881C452}" type="presParOf" srcId="{8D298E25-27A0-504F-874F-BBC8774F7C56}" destId="{7AA30EDC-0B36-B340-AD00-54863DB3C2D1}" srcOrd="0" destOrd="0" presId="urn:microsoft.com/office/officeart/2005/8/layout/bProcess4"/>
    <dgm:cxn modelId="{BCB981BE-DF67-A944-B580-A762EE23EB13}" type="presParOf" srcId="{8D298E25-27A0-504F-874F-BBC8774F7C56}" destId="{D0BEB9E8-C4FD-4A46-9A90-0EE6043BCFA9}" srcOrd="1" destOrd="0" presId="urn:microsoft.com/office/officeart/2005/8/layout/bProcess4"/>
    <dgm:cxn modelId="{C3ADB1FD-1A79-5447-89F3-F3DB976F996F}" type="presParOf" srcId="{C3F9A299-269B-E94A-850F-C46395C18509}" destId="{865E9A3B-4994-EF41-8BF2-ED097B57AF5F}" srcOrd="9" destOrd="0" presId="urn:microsoft.com/office/officeart/2005/8/layout/bProcess4"/>
    <dgm:cxn modelId="{A4BC0F04-45A4-7346-9D85-E462F654F53A}" type="presParOf" srcId="{C3F9A299-269B-E94A-850F-C46395C18509}" destId="{8C1654F9-E448-F543-9C10-DCC02496FBDE}" srcOrd="10" destOrd="0" presId="urn:microsoft.com/office/officeart/2005/8/layout/bProcess4"/>
    <dgm:cxn modelId="{2BC37E4C-55C4-AC43-8F8E-E3630AD103FE}" type="presParOf" srcId="{8C1654F9-E448-F543-9C10-DCC02496FBDE}" destId="{F4753CDD-29C3-6042-8115-A8B15D5087FC}" srcOrd="0" destOrd="0" presId="urn:microsoft.com/office/officeart/2005/8/layout/bProcess4"/>
    <dgm:cxn modelId="{100E2F3B-C050-0748-9DEE-162486CB4C44}" type="presParOf" srcId="{8C1654F9-E448-F543-9C10-DCC02496FBDE}" destId="{715E7745-F48C-2F46-A5C9-B394C74E2DD8}" srcOrd="1" destOrd="0" presId="urn:microsoft.com/office/officeart/2005/8/layout/bProcess4"/>
    <dgm:cxn modelId="{82A716BD-CEE7-E841-89E9-C2C3733C33D9}" type="presParOf" srcId="{C3F9A299-269B-E94A-850F-C46395C18509}" destId="{84100EEB-6FE8-6B4C-878E-A8BDC6BC7823}" srcOrd="11" destOrd="0" presId="urn:microsoft.com/office/officeart/2005/8/layout/bProcess4"/>
    <dgm:cxn modelId="{946A64AB-DCE0-C243-AA6A-F2BE8FF2F94B}" type="presParOf" srcId="{C3F9A299-269B-E94A-850F-C46395C18509}" destId="{0A8F9443-343D-754B-8609-0DA7C5369BB4}" srcOrd="12" destOrd="0" presId="urn:microsoft.com/office/officeart/2005/8/layout/bProcess4"/>
    <dgm:cxn modelId="{45550B2E-5716-0548-8AA1-AD23D0D74838}" type="presParOf" srcId="{0A8F9443-343D-754B-8609-0DA7C5369BB4}" destId="{CA2AD854-2EEB-9946-A750-6F1F1CF103CA}" srcOrd="0" destOrd="0" presId="urn:microsoft.com/office/officeart/2005/8/layout/bProcess4"/>
    <dgm:cxn modelId="{64FF9377-C42A-8549-9C4A-AAB05A9C8F59}" type="presParOf" srcId="{0A8F9443-343D-754B-8609-0DA7C5369BB4}" destId="{64B5040E-365B-964E-9DAE-BB6AD5E3F9DB}" srcOrd="1" destOrd="0" presId="urn:microsoft.com/office/officeart/2005/8/layout/bProcess4"/>
    <dgm:cxn modelId="{F35658E8-AEAE-4B45-AA6F-4CEA9FD7BF96}" type="presParOf" srcId="{C3F9A299-269B-E94A-850F-C46395C18509}" destId="{705AC391-D517-A644-BC31-B72DDC52899E}" srcOrd="13" destOrd="0" presId="urn:microsoft.com/office/officeart/2005/8/layout/bProcess4"/>
    <dgm:cxn modelId="{7ADD9A77-017D-1B40-85E8-BAC66E162859}" type="presParOf" srcId="{C3F9A299-269B-E94A-850F-C46395C18509}" destId="{8A7091AA-4CC1-014A-B001-064FE3258C43}" srcOrd="14" destOrd="0" presId="urn:microsoft.com/office/officeart/2005/8/layout/bProcess4"/>
    <dgm:cxn modelId="{D1CAD754-FF46-8844-9DA8-1ADAA78F4351}" type="presParOf" srcId="{8A7091AA-4CC1-014A-B001-064FE3258C43}" destId="{21BB8398-4C99-9B40-BD59-5C35F1F311BA}" srcOrd="0" destOrd="0" presId="urn:microsoft.com/office/officeart/2005/8/layout/bProcess4"/>
    <dgm:cxn modelId="{71E66FCB-BBCB-1345-987A-7F6ACC5C5F91}" type="presParOf" srcId="{8A7091AA-4CC1-014A-B001-064FE3258C43}" destId="{A9351F6A-73B3-8D49-A4BA-C98DCA216955}" srcOrd="1" destOrd="0" presId="urn:microsoft.com/office/officeart/2005/8/layout/bProcess4"/>
    <dgm:cxn modelId="{F418A4D8-5D85-F647-A68A-109D360510C1}" type="presParOf" srcId="{C3F9A299-269B-E94A-850F-C46395C18509}" destId="{8C8D39F2-0C8D-8944-BED5-F7D04C50E128}" srcOrd="15" destOrd="0" presId="urn:microsoft.com/office/officeart/2005/8/layout/bProcess4"/>
    <dgm:cxn modelId="{123E5827-307D-5342-8FD0-7DB2C994D50A}" type="presParOf" srcId="{C3F9A299-269B-E94A-850F-C46395C18509}" destId="{237CA7B1-4092-B240-91DC-AC9396E71626}" srcOrd="16" destOrd="0" presId="urn:microsoft.com/office/officeart/2005/8/layout/bProcess4"/>
    <dgm:cxn modelId="{0217D9D2-76B9-EC4E-8D9A-E01549EB0C38}" type="presParOf" srcId="{237CA7B1-4092-B240-91DC-AC9396E71626}" destId="{77B64168-D153-BE4C-AAD0-7D7EFDA638AB}" srcOrd="0" destOrd="0" presId="urn:microsoft.com/office/officeart/2005/8/layout/bProcess4"/>
    <dgm:cxn modelId="{393915A1-EC46-DE49-AEA2-76DB51549171}" type="presParOf" srcId="{237CA7B1-4092-B240-91DC-AC9396E71626}" destId="{30301D1B-2C2D-EA40-B489-C1175D84CAE4}" srcOrd="1" destOrd="0" presId="urn:microsoft.com/office/officeart/2005/8/layout/bProcess4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9020E-296C-DA4E-9BC0-542FCA01E952}">
      <dsp:nvSpPr>
        <dsp:cNvPr id="0" name=""/>
        <dsp:cNvSpPr/>
      </dsp:nvSpPr>
      <dsp:spPr>
        <a:xfrm rot="5400000">
          <a:off x="632910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EBE38-2FD1-3641-8413-20EF56183377}">
      <dsp:nvSpPr>
        <dsp:cNvPr id="0" name=""/>
        <dsp:cNvSpPr/>
      </dsp:nvSpPr>
      <dsp:spPr>
        <a:xfrm>
          <a:off x="1061495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Courier New" panose="02070309020205020404" pitchFamily="49" charset="0"/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Background for the Universe</a:t>
          </a:r>
          <a:endParaRPr lang="en-US" sz="2200" kern="1200" dirty="0"/>
        </a:p>
      </dsp:txBody>
      <dsp:txXfrm>
        <a:off x="1105335" y="45426"/>
        <a:ext cx="2406983" cy="1409117"/>
      </dsp:txXfrm>
    </dsp:sp>
    <dsp:sp modelId="{4320B159-597D-8F4C-B144-4B15424B64BE}">
      <dsp:nvSpPr>
        <dsp:cNvPr id="0" name=""/>
        <dsp:cNvSpPr/>
      </dsp:nvSpPr>
      <dsp:spPr>
        <a:xfrm rot="5400000">
          <a:off x="632910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2B5DCE-0C3F-9942-9BB9-8702C25B9793}">
      <dsp:nvSpPr>
        <dsp:cNvPr id="0" name=""/>
        <dsp:cNvSpPr/>
      </dsp:nvSpPr>
      <dsp:spPr>
        <a:xfrm>
          <a:off x="1061495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Euclidean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3D Space </a:t>
          </a:r>
        </a:p>
      </dsp:txBody>
      <dsp:txXfrm>
        <a:off x="1105335" y="1916423"/>
        <a:ext cx="2406983" cy="1409117"/>
      </dsp:txXfrm>
    </dsp:sp>
    <dsp:sp modelId="{9AA225DB-50F5-0542-80D3-6C77850181BA}">
      <dsp:nvSpPr>
        <dsp:cNvPr id="0" name=""/>
        <dsp:cNvSpPr/>
      </dsp:nvSpPr>
      <dsp:spPr>
        <a:xfrm>
          <a:off x="1568408" y="3997037"/>
          <a:ext cx="3309921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D6C707-DB6A-A44C-8F38-66EC9C520B6F}">
      <dsp:nvSpPr>
        <dsp:cNvPr id="0" name=""/>
        <dsp:cNvSpPr/>
      </dsp:nvSpPr>
      <dsp:spPr>
        <a:xfrm>
          <a:off x="1061495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Continuous Linear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Forward Moving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1D Time</a:t>
          </a:r>
        </a:p>
      </dsp:txBody>
      <dsp:txXfrm>
        <a:off x="1105335" y="3787420"/>
        <a:ext cx="2406983" cy="1409117"/>
      </dsp:txXfrm>
    </dsp:sp>
    <dsp:sp modelId="{5C563874-8FFF-694D-B329-4C38F881B901}">
      <dsp:nvSpPr>
        <dsp:cNvPr id="0" name=""/>
        <dsp:cNvSpPr/>
      </dsp:nvSpPr>
      <dsp:spPr>
        <a:xfrm rot="16200000">
          <a:off x="3950811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26624C-9373-814B-A75D-A836FE65A0C3}">
      <dsp:nvSpPr>
        <dsp:cNvPr id="0" name=""/>
        <dsp:cNvSpPr/>
      </dsp:nvSpPr>
      <dsp:spPr>
        <a:xfrm>
          <a:off x="4379397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Particles</a:t>
          </a:r>
        </a:p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Excitations</a:t>
          </a:r>
        </a:p>
      </dsp:txBody>
      <dsp:txXfrm>
        <a:off x="4423237" y="3787420"/>
        <a:ext cx="2406983" cy="1409117"/>
      </dsp:txXfrm>
    </dsp:sp>
    <dsp:sp modelId="{865E9A3B-4994-EF41-8BF2-ED097B57AF5F}">
      <dsp:nvSpPr>
        <dsp:cNvPr id="0" name=""/>
        <dsp:cNvSpPr/>
      </dsp:nvSpPr>
      <dsp:spPr>
        <a:xfrm rot="16200000">
          <a:off x="3950811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BEB9E8-C4FD-4A46-9A90-0EE6043BCFA9}">
      <dsp:nvSpPr>
        <dsp:cNvPr id="0" name=""/>
        <dsp:cNvSpPr/>
      </dsp:nvSpPr>
      <dsp:spPr>
        <a:xfrm>
          <a:off x="4379397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 Physical Coordinates in Time or Space</a:t>
          </a:r>
        </a:p>
      </dsp:txBody>
      <dsp:txXfrm>
        <a:off x="4423237" y="1916423"/>
        <a:ext cx="2406983" cy="1409117"/>
      </dsp:txXfrm>
    </dsp:sp>
    <dsp:sp modelId="{84100EEB-6FE8-6B4C-878E-A8BDC6BC7823}">
      <dsp:nvSpPr>
        <dsp:cNvPr id="0" name=""/>
        <dsp:cNvSpPr/>
      </dsp:nvSpPr>
      <dsp:spPr>
        <a:xfrm>
          <a:off x="4886310" y="255042"/>
          <a:ext cx="3309921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E7745-F48C-2F46-A5C9-B394C74E2DD8}">
      <dsp:nvSpPr>
        <dsp:cNvPr id="0" name=""/>
        <dsp:cNvSpPr/>
      </dsp:nvSpPr>
      <dsp:spPr>
        <a:xfrm>
          <a:off x="4379397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 No 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Inherent 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Energy </a:t>
          </a:r>
        </a:p>
      </dsp:txBody>
      <dsp:txXfrm>
        <a:off x="4423237" y="45426"/>
        <a:ext cx="2406983" cy="1409117"/>
      </dsp:txXfrm>
    </dsp:sp>
    <dsp:sp modelId="{705AC391-D517-A644-BC31-B72DDC52899E}">
      <dsp:nvSpPr>
        <dsp:cNvPr id="0" name=""/>
        <dsp:cNvSpPr/>
      </dsp:nvSpPr>
      <dsp:spPr>
        <a:xfrm rot="5400000">
          <a:off x="7268713" y="1190541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5040E-365B-964E-9DAE-BB6AD5E3F9DB}">
      <dsp:nvSpPr>
        <dsp:cNvPr id="0" name=""/>
        <dsp:cNvSpPr/>
      </dsp:nvSpPr>
      <dsp:spPr>
        <a:xfrm>
          <a:off x="7697299" y="1586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Not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Relativistic</a:t>
          </a:r>
        </a:p>
      </dsp:txBody>
      <dsp:txXfrm>
        <a:off x="7741139" y="45426"/>
        <a:ext cx="2406983" cy="1409117"/>
      </dsp:txXfrm>
    </dsp:sp>
    <dsp:sp modelId="{8C8D39F2-0C8D-8944-BED5-F7D04C50E128}">
      <dsp:nvSpPr>
        <dsp:cNvPr id="0" name=""/>
        <dsp:cNvSpPr/>
      </dsp:nvSpPr>
      <dsp:spPr>
        <a:xfrm rot="5400000">
          <a:off x="7268713" y="3061538"/>
          <a:ext cx="1863016" cy="224519"/>
        </a:xfrm>
        <a:prstGeom prst="rect">
          <a:avLst/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351F6A-73B3-8D49-A4BA-C98DCA216955}">
      <dsp:nvSpPr>
        <dsp:cNvPr id="0" name=""/>
        <dsp:cNvSpPr/>
      </dsp:nvSpPr>
      <dsp:spPr>
        <a:xfrm>
          <a:off x="7697299" y="1872583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Entirely</a:t>
          </a:r>
          <a:b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</a:b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Passive</a:t>
          </a:r>
        </a:p>
      </dsp:txBody>
      <dsp:txXfrm>
        <a:off x="7741139" y="1916423"/>
        <a:ext cx="2406983" cy="1409117"/>
      </dsp:txXfrm>
    </dsp:sp>
    <dsp:sp modelId="{30301D1B-2C2D-EA40-B489-C1175D84CAE4}">
      <dsp:nvSpPr>
        <dsp:cNvPr id="0" name=""/>
        <dsp:cNvSpPr/>
      </dsp:nvSpPr>
      <dsp:spPr>
        <a:xfrm>
          <a:off x="7697299" y="3743580"/>
          <a:ext cx="2494663" cy="1496797"/>
        </a:xfrm>
        <a:prstGeom prst="roundRect">
          <a:avLst>
            <a:gd name="adj" fmla="val 10000"/>
          </a:avLst>
        </a:prstGeom>
        <a:solidFill>
          <a:schemeClr val="accent2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rPr>
            <a:t>Simply a Vessel</a:t>
          </a:r>
        </a:p>
      </dsp:txBody>
      <dsp:txXfrm>
        <a:off x="7741139" y="3787420"/>
        <a:ext cx="2406983" cy="14091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A440-6FDE-5E41-BA40-A3C0E02BAB9F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C398A3-AF21-A342-B6A8-6929C36BB1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869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Hi. Welcome to this episode of Emergent Nature. </a:t>
            </a:r>
          </a:p>
          <a:p>
            <a:endParaRPr lang="en-US" dirty="0"/>
          </a:p>
          <a:p>
            <a:r>
              <a:rPr lang="en-US" dirty="0"/>
              <a:t>My name is J Mark Morris. I go by Mark.</a:t>
            </a:r>
          </a:p>
          <a:p>
            <a:endParaRPr lang="en-US" dirty="0"/>
          </a:p>
          <a:p>
            <a:r>
              <a:rPr lang="en-US" dirty="0"/>
              <a:t>In this episode I’ll discuss the error that caused science to go off track into general relativity and quantum mechanics.</a:t>
            </a:r>
          </a:p>
          <a:p>
            <a:endParaRPr lang="en-US" dirty="0"/>
          </a:p>
          <a:p>
            <a:r>
              <a:rPr lang="en-US" dirty="0"/>
              <a:t>That may seem like an unusual thing to say, since general relativity and quantum theory are generally considered to be successful effective theories.</a:t>
            </a:r>
          </a:p>
          <a:p>
            <a:endParaRPr lang="en-US" dirty="0"/>
          </a:p>
          <a:p>
            <a:r>
              <a:rPr lang="en-US" dirty="0"/>
              <a:t>However, as we will see, an error circa 1900 threw science off track.</a:t>
            </a:r>
          </a:p>
          <a:p>
            <a:endParaRPr lang="en-US" dirty="0"/>
          </a:p>
          <a:p>
            <a:r>
              <a:rPr lang="en-US" dirty="0"/>
              <a:t>There is a parsimonious solution to nature.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C398A3-AF21-A342-B6A8-6929C36BB1B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BB3A9-9E4D-1B45-B3D5-CA3715227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4A437C-6978-EF42-B683-287B0BCC68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36A90-6A63-474E-AE00-47FF46C1C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A6875-C7C8-8141-9B12-87599614E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F87BB-FFE9-4F4E-9787-48475824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95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67A8A-0845-AD47-90A8-18776E749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5297E-D5E0-6745-91A9-52029EE30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9309D-6084-C74B-884A-230D6CFAC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DDE-4455-5940-ADF4-C579F78A2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064C6E-4C44-A641-B028-04035B812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53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5E37A-D8BF-D64A-8216-7ABA6C58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06964-1DAB-F14D-8D48-DEDCBF195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D9634-1414-224C-B6B9-3F0D98D67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57A06-C042-C649-8823-09CD9E492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B72125-B186-EA4F-87C1-D421E15E6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50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A32C6-604D-5245-AF13-1117649C0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F3D95E-DB7F-8741-AA7E-E9FECF96C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FF041-1EE3-1840-9A00-F30BE067B9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E2B0A9-40F9-DB4D-BDC1-10F58EBA8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5749E-ED3B-3643-8D22-DA2D88FF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4183C9-D2C9-CE44-B58B-ACE8898D0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542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A45A6-44FE-3848-88E8-5552DDC45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C7C1F-E9B4-4E48-ACFC-DC65D66179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CFE821-3558-AB4C-948F-6C6990D147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74632-D045-5A44-BB14-E3D5737A29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E5E05E-D502-E74B-91AF-BB193D328C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03287E-662E-F54F-9162-3F755DD6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8BB5FE-E651-1B4F-8E93-FD794E8A5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AD7C8-64AF-684B-98B6-D6D6714A2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57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DC2D9-851F-F94A-83EC-CAB579920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BF4D5-34AD-5A43-853F-006AD601F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670C52-9CA4-AB4F-957A-7AAD4E259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41625-0652-EB4F-8E04-6C901136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3061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592881-FA37-DD45-860A-EA6B38C31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652DC6-52F3-8040-8665-17D023390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9CEF52-EC52-6C42-81BD-397B5CE03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34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0788-9DB9-6745-96CF-A7A186227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3299F-D119-D449-BD57-1CE490CB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BB0FB-61B4-DC45-9D1E-63F99E6ABC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F87701-43E6-A248-ABD9-E1C49D62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D6954C-9DFB-264A-A710-D12E71DB3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88770-2503-8F4E-AFC6-6941CC59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3FF65-890A-1A47-B873-C56E2C7D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05E9CE-538C-294A-A814-80A50548B2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3C7C9D-B309-CF46-90D8-B95DD6C2D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7CA5D-F1C9-604D-83E1-2E60AE6E2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9BE16D-FB3D-AA41-B06D-73A0FCDFB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9839D-F44C-4B47-9DFE-D154851F5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182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5DFD1-B5EF-8445-B336-8B2E596E2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086E7C-46AA-9440-8F1F-C1AD5E8EC2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2E40-F60A-404F-9DB3-AC863A0E0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6ABF7D-A207-9243-8354-69D0FCFAA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599E-5B81-624B-A60C-D22AF58B6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7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BC040-CE85-6347-809B-760E676EF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7DD51C-FD4B-524F-8054-62599D261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9F735-3187-1341-AE2A-1316DEDA7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F8F3D-1D9D-EF45-9F9C-E682715F6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DF4D4-99B2-C24C-BCFF-B3AB3F96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2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14B483-3334-204F-ADDF-2B9BC6A8D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CC4CF-F19A-1848-8467-61B9807AC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28E2E-CB42-B64B-A2AC-B8713F8A0E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0D3E6-D921-5B44-AC8D-B7FDAFC8A532}" type="datetimeFigureOut">
              <a:rPr lang="en-US" smtClean="0"/>
              <a:t>7/3/26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830BA-8B9E-D54E-AA7F-1B6C247B3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3634F2-31DD-3F49-A362-988026E56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7AC70-81D3-9F4C-9FBF-EEB91175D3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632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D77ACA5-3691-8FEB-0266-8D47BBCCF4C6}"/>
              </a:ext>
            </a:extLst>
          </p:cNvPr>
          <p:cNvSpPr txBox="1"/>
          <p:nvPr/>
        </p:nvSpPr>
        <p:spPr>
          <a:xfrm>
            <a:off x="0" y="358254"/>
            <a:ext cx="12191999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8800" b="1" dirty="0">
                <a:solidFill>
                  <a:srgbClr val="FF8AD8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Fundamental Entities</a:t>
            </a:r>
          </a:p>
          <a:p>
            <a:pPr algn="ctr">
              <a:lnSpc>
                <a:spcPts val="10000"/>
              </a:lnSpc>
            </a:pPr>
            <a:r>
              <a:rPr lang="en-US" sz="8800" b="1" dirty="0">
                <a:solidFill>
                  <a:srgbClr val="FFC000"/>
                </a:solidFill>
                <a:latin typeface="Helvetica Neue Condensed Black" panose="02000503000000020004" pitchFamily="2" charset="0"/>
                <a:ea typeface="Helvetica Neue Condensed Black" panose="02000503000000020004" pitchFamily="2" charset="0"/>
                <a:cs typeface="Helvetica Neue Condensed Black" panose="02000503000000020004" pitchFamily="2" charset="0"/>
              </a:rPr>
              <a:t>Absolute Time and Space</a:t>
            </a:r>
          </a:p>
        </p:txBody>
      </p:sp>
    </p:spTree>
    <p:extLst>
      <p:ext uri="{BB962C8B-B14F-4D97-AF65-F5344CB8AC3E}">
        <p14:creationId xmlns:p14="http://schemas.microsoft.com/office/powerpoint/2010/main" val="234893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E7D1A46-6CBC-414E-A5E8-3168B31664F2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B2FF6-BE6B-829E-697C-BADE07423A98}"/>
              </a:ext>
            </a:extLst>
          </p:cNvPr>
          <p:cNvSpPr txBox="1"/>
          <p:nvPr/>
        </p:nvSpPr>
        <p:spPr>
          <a:xfrm>
            <a:off x="1853514" y="782954"/>
            <a:ext cx="830397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</a:t>
            </a: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Background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of </a:t>
            </a:r>
            <a:b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Universe is an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Empty Euclidean Void of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1D Time and 3D Space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Empty = Nothingness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A870217-A4FC-5467-6EF3-60F128F4990F}"/>
              </a:ext>
            </a:extLst>
          </p:cNvPr>
          <p:cNvGrpSpPr/>
          <p:nvPr/>
        </p:nvGrpSpPr>
        <p:grpSpPr>
          <a:xfrm>
            <a:off x="635207" y="782954"/>
            <a:ext cx="872354" cy="1101131"/>
            <a:chOff x="1035610" y="4601259"/>
            <a:chExt cx="872354" cy="110113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5AB2963-84E2-53E1-22D0-597AF4F756CB}"/>
                </a:ext>
              </a:extLst>
            </p:cNvPr>
            <p:cNvSpPr/>
            <p:nvPr/>
          </p:nvSpPr>
          <p:spPr>
            <a:xfrm>
              <a:off x="1035610" y="4601259"/>
              <a:ext cx="872354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1D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Linear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Time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EC0E443-C7DC-60F3-EAFC-E4DEAAD537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31394" y="5702387"/>
              <a:ext cx="480786" cy="3"/>
            </a:xfrm>
            <a:prstGeom prst="straightConnector1">
              <a:avLst/>
            </a:prstGeom>
            <a:ln w="12700">
              <a:solidFill>
                <a:schemeClr val="bg1"/>
              </a:solidFill>
              <a:prstDash val="sysDot"/>
              <a:headEnd type="oval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1A3B37-4989-6F0F-1718-9F1698C822DA}"/>
              </a:ext>
            </a:extLst>
          </p:cNvPr>
          <p:cNvGrpSpPr/>
          <p:nvPr/>
        </p:nvGrpSpPr>
        <p:grpSpPr>
          <a:xfrm>
            <a:off x="10291703" y="496909"/>
            <a:ext cx="1265090" cy="1897439"/>
            <a:chOff x="839242" y="2412063"/>
            <a:chExt cx="1265090" cy="189743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2DB89AFD-AAFA-0A63-3B58-63A4C0E967A9}"/>
                </a:ext>
              </a:extLst>
            </p:cNvPr>
            <p:cNvGrpSpPr/>
            <p:nvPr/>
          </p:nvGrpSpPr>
          <p:grpSpPr>
            <a:xfrm>
              <a:off x="934089" y="3406958"/>
              <a:ext cx="1075397" cy="902544"/>
              <a:chOff x="5023953" y="4378355"/>
              <a:chExt cx="1303340" cy="1306404"/>
            </a:xfrm>
          </p:grpSpPr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71B24A4D-935C-9032-07F6-AE704ED13EA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5623" y="4378355"/>
                <a:ext cx="0" cy="1306404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9BFEC0FF-8745-6A86-6F7F-092E3A64C7D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 flipV="1">
                <a:off x="5675623" y="4379887"/>
                <a:ext cx="0" cy="1303340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E659F7D-5067-2974-72EF-292AB4C989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34645" y="5013629"/>
                <a:ext cx="1107790" cy="17928"/>
              </a:xfrm>
              <a:prstGeom prst="straightConnector1">
                <a:avLst/>
              </a:prstGeom>
              <a:ln w="12700">
                <a:solidFill>
                  <a:schemeClr val="bg1"/>
                </a:solidFill>
                <a:prstDash val="sys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AFC367D-676E-3E87-4BD2-DC2541ED9645}"/>
                </a:ext>
              </a:extLst>
            </p:cNvPr>
            <p:cNvSpPr/>
            <p:nvPr/>
          </p:nvSpPr>
          <p:spPr>
            <a:xfrm>
              <a:off x="839242" y="2412063"/>
              <a:ext cx="1265090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3D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Euclidean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Space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987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3E7D1A46-6CBC-414E-A5E8-3168B31664F2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B2FF6-BE6B-829E-697C-BADE07423A98}"/>
              </a:ext>
            </a:extLst>
          </p:cNvPr>
          <p:cNvSpPr txBox="1"/>
          <p:nvPr/>
        </p:nvSpPr>
        <p:spPr>
          <a:xfrm>
            <a:off x="544452" y="901615"/>
            <a:ext cx="11063541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Absolute Time and Space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i="1" dirty="0">
                <a:solidFill>
                  <a:schemeClr val="accent2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</a:p>
          <a:p>
            <a:pPr algn="ctr"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origin story.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known bounds.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 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predicted end.</a:t>
            </a: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8340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9D3BA72-1E87-6944-A0DE-BB8978697D5A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0645-8B53-9FBF-CA5E-9D115D31C225}"/>
              </a:ext>
            </a:extLst>
          </p:cNvPr>
          <p:cNvSpPr txBox="1"/>
          <p:nvPr/>
        </p:nvSpPr>
        <p:spPr>
          <a:xfrm>
            <a:off x="536308" y="636784"/>
            <a:ext cx="1111938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and Space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are populated with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energetic point potentials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their emitted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potential sphere streams.</a:t>
            </a:r>
          </a:p>
          <a:p>
            <a:pPr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</a:t>
            </a:r>
            <a:r>
              <a:rPr kumimoji="0" lang="en-US" sz="5400" b="1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othing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else.</a:t>
            </a:r>
          </a:p>
        </p:txBody>
      </p:sp>
    </p:spTree>
    <p:extLst>
      <p:ext uri="{BB962C8B-B14F-4D97-AF65-F5344CB8AC3E}">
        <p14:creationId xmlns:p14="http://schemas.microsoft.com/office/powerpoint/2010/main" val="4031215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9D3BA72-1E87-6944-A0DE-BB8978697D5A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DF0645-8B53-9FBF-CA5E-9D115D31C225}"/>
              </a:ext>
            </a:extLst>
          </p:cNvPr>
          <p:cNvSpPr txBox="1"/>
          <p:nvPr/>
        </p:nvSpPr>
        <p:spPr>
          <a:xfrm>
            <a:off x="739897" y="483220"/>
            <a:ext cx="10868097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Point Potential Sphere Streams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Completely Fill Time and Space.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8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intersection of sphere streams with point potentials is where the action is.</a:t>
            </a:r>
          </a:p>
        </p:txBody>
      </p:sp>
    </p:spTree>
    <p:extLst>
      <p:ext uri="{BB962C8B-B14F-4D97-AF65-F5344CB8AC3E}">
        <p14:creationId xmlns:p14="http://schemas.microsoft.com/office/powerpoint/2010/main" val="8954721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65214-D702-75CD-A867-A5A8C3A0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0F877B9-FC4A-6906-225E-A59E28334793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3A6030-A110-4128-6225-20F0FD3C147E}"/>
              </a:ext>
            </a:extLst>
          </p:cNvPr>
          <p:cNvSpPr txBox="1"/>
          <p:nvPr/>
        </p:nvSpPr>
        <p:spPr>
          <a:xfrm>
            <a:off x="739897" y="483220"/>
            <a:ext cx="10868097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i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Action is determined by the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path history of all point potentials,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and their emitted potential sphere streams intersecting each point potential at time t = </a:t>
            </a:r>
            <a:r>
              <a:rPr lang="en-US" sz="4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</a:t>
            </a:r>
            <a:r>
              <a:rPr lang="en-US" sz="4000" baseline="-25000" dirty="0" err="1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now</a:t>
            </a:r>
            <a:br>
              <a:rPr lang="en-US" sz="4000" i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endParaRPr lang="en-US" sz="4000" b="1" i="1" dirty="0">
              <a:solidFill>
                <a:schemeClr val="bg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i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Potential at all other points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i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in time and space is irrelevant.</a:t>
            </a:r>
          </a:p>
        </p:txBody>
      </p:sp>
    </p:spTree>
    <p:extLst>
      <p:ext uri="{BB962C8B-B14F-4D97-AF65-F5344CB8AC3E}">
        <p14:creationId xmlns:p14="http://schemas.microsoft.com/office/powerpoint/2010/main" val="14311866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68B07E-A769-534E-8796-40D7B0B5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5489" y="6161041"/>
            <a:ext cx="7420529" cy="365125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concept of distance requires a minimum of two point potentials.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8E0D2-CC04-C29A-89B5-522618061201}"/>
              </a:ext>
            </a:extLst>
          </p:cNvPr>
          <p:cNvSpPr txBox="1"/>
          <p:nvPr/>
        </p:nvSpPr>
        <p:spPr>
          <a:xfrm>
            <a:off x="711976" y="747208"/>
            <a:ext cx="1063806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 Euclidean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coordinate system 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for 1D time and 3D space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may only be defined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relative to point potential locations in time and space.</a:t>
            </a:r>
          </a:p>
        </p:txBody>
      </p:sp>
    </p:spTree>
    <p:extLst>
      <p:ext uri="{BB962C8B-B14F-4D97-AF65-F5344CB8AC3E}">
        <p14:creationId xmlns:p14="http://schemas.microsoft.com/office/powerpoint/2010/main" val="40022656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668F77D6-DFDA-5A46-8DF1-47F6A167C2B1}"/>
              </a:ext>
            </a:extLst>
          </p:cNvPr>
          <p:cNvSpPr txBox="1">
            <a:spLocks/>
          </p:cNvSpPr>
          <p:nvPr/>
        </p:nvSpPr>
        <p:spPr>
          <a:xfrm>
            <a:off x="10924248" y="6388602"/>
            <a:ext cx="1142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J Mark Morris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88E0D2-CC04-C29A-89B5-522618061201}"/>
              </a:ext>
            </a:extLst>
          </p:cNvPr>
          <p:cNvSpPr txBox="1"/>
          <p:nvPr/>
        </p:nvSpPr>
        <p:spPr>
          <a:xfrm>
            <a:off x="445566" y="415597"/>
            <a:ext cx="11300867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Time and 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</a:t>
            </a:r>
            <a:r>
              <a:rPr kumimoji="0" 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p</a:t>
            </a:r>
            <a:r>
              <a:rPr lang="en-US" sz="5400" b="1" dirty="0">
                <a:solidFill>
                  <a:prstClr val="white">
                    <a:lumMod val="95000"/>
                  </a:prst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ace are Absolute.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1" dirty="0">
              <a:solidFill>
                <a:prstClr val="white">
                  <a:lumMod val="95000"/>
                </a:prstClr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All</a:t>
            </a:r>
            <a:r>
              <a:rPr lang="en-US" sz="54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potential spheres emitted by a stationary (v = 0) point potential </a:t>
            </a:r>
            <a:r>
              <a:rPr lang="en-US" sz="54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have the same absolute origin. </a:t>
            </a:r>
          </a:p>
          <a:p>
            <a:pPr algn="ctr">
              <a:defRPr/>
            </a:pPr>
            <a:endParaRPr lang="en-US" sz="2400" b="1" dirty="0">
              <a:solidFill>
                <a:srgbClr val="FFC000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Such a point links 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Euclidean time and space </a:t>
            </a:r>
          </a:p>
          <a:p>
            <a:pPr algn="ctr">
              <a:defRPr/>
            </a:pPr>
            <a:r>
              <a:rPr lang="en-US" sz="3200" b="1" dirty="0">
                <a:solidFill>
                  <a:srgbClr val="FFC000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with Einstein’s spacetime</a:t>
            </a:r>
          </a:p>
        </p:txBody>
      </p:sp>
    </p:spTree>
    <p:extLst>
      <p:ext uri="{BB962C8B-B14F-4D97-AF65-F5344CB8AC3E}">
        <p14:creationId xmlns:p14="http://schemas.microsoft.com/office/powerpoint/2010/main" val="25325349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030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016B4-9A13-3344-B498-1697D51A9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0622" y="242780"/>
            <a:ext cx="10637822" cy="1821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The Void of Time and Space</a:t>
            </a:r>
            <a:endParaRPr lang="en-US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B6E1679-1C21-B23A-E791-875861BEDA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7234936"/>
              </p:ext>
            </p:extLst>
          </p:nvPr>
        </p:nvGraphicFramePr>
        <p:xfrm>
          <a:off x="603556" y="1267101"/>
          <a:ext cx="11253458" cy="52419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21936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7796</TotalTime>
  <Words>369</Words>
  <Application>Microsoft Macintosh PowerPoint</Application>
  <PresentationFormat>Widescreen</PresentationFormat>
  <Paragraphs>76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Helvetica Neue</vt:lpstr>
      <vt:lpstr>Helvetica Neue Condensed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Mark Morris</dc:creator>
  <cp:lastModifiedBy>Mark Morris</cp:lastModifiedBy>
  <cp:revision>361</cp:revision>
  <cp:lastPrinted>2022-09-07T12:10:19Z</cp:lastPrinted>
  <dcterms:created xsi:type="dcterms:W3CDTF">2022-02-05T18:41:13Z</dcterms:created>
  <dcterms:modified xsi:type="dcterms:W3CDTF">2026-07-03T17:21:34Z</dcterms:modified>
</cp:coreProperties>
</file>