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80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 userDrawn="1">
          <p15:clr>
            <a:srgbClr val="A4A3A4"/>
          </p15:clr>
        </p15:guide>
        <p15:guide id="2" pos="3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92"/>
    <a:srgbClr val="D883FF"/>
    <a:srgbClr val="9437FF"/>
    <a:srgbClr val="7030A0"/>
    <a:srgbClr val="FF40FF"/>
    <a:srgbClr val="FF85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>
    <p:restoredLeft sz="5653"/>
    <p:restoredTop sz="96257"/>
  </p:normalViewPr>
  <p:slideViewPr>
    <p:cSldViewPr snapToGrid="0" snapToObjects="1">
      <p:cViewPr varScale="1">
        <p:scale>
          <a:sx n="138" d="100"/>
          <a:sy n="138" d="100"/>
        </p:scale>
        <p:origin x="1536" y="472"/>
      </p:cViewPr>
      <p:guideLst>
        <p:guide orient="horz" pos="1920"/>
        <p:guide pos="3144"/>
      </p:guideLst>
    </p:cSldViewPr>
  </p:slideViewPr>
  <p:outlineViewPr>
    <p:cViewPr>
      <p:scale>
        <a:sx n="33" d="100"/>
        <a:sy n="33" d="100"/>
      </p:scale>
      <p:origin x="0" y="-128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9C587-CF1F-6D46-B15F-44C1667C9B5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D4D731-5435-284A-9C82-866A0CCE7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98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2668-EBEB-AE41-BF76-89062B014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28A4C-0805-8E44-B54E-3B6F671F8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B74C2-6265-7F41-BB8F-D8A0A0C8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C895-F8E0-4049-8BEE-E5499394E46C}" type="datetime1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53590-4180-6C42-A6BF-707655C1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81401-8545-2D4E-A7FB-31AFC7A8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5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560F9-C770-5C4C-9C93-102EC332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38EDA-56F1-1C40-B81E-28B921C4E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488156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2772-5D80-F641-A1BB-6048573C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F55E2-A889-F24B-B1FE-1E878178F308}" type="datetime1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FC4AF-90CF-484C-B6C7-5CE1A016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9AF1E-33D8-3041-A601-1384C718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4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822D-6D7A-1342-98EF-890C6F2D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CF19EA-9170-5B4B-814F-7425C8E2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8461C-3391-334C-9885-001B32D724C4}" type="datetime1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2B1FB-ECDF-AD43-9020-0267ED91C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9C470-5AF0-5246-81E7-95EAEE56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7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9A1DB-155B-0846-9CED-8B75F56E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9736F-08D5-7643-A656-ABAEB9457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33D04-66F5-D74B-8EEA-459FDC00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2005EE61-3907-C44D-8624-D47E09E871DB}" type="datetime1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E6E67-6F97-E149-8437-635D11E7E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CC1E-0AB1-F34A-83C6-0956BF9B4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D73D4D4B-2FF7-BE46-958C-B004BD45EF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8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Up Arrow 51">
            <a:extLst>
              <a:ext uri="{FF2B5EF4-FFF2-40B4-BE49-F238E27FC236}">
                <a16:creationId id="{F839F0C9-6284-BCA8-E2A3-16ACFF4B6F7C}"/>
              </a:ext>
            </a:extLst>
          </p:cNvPr>
          <p:cNvSpPr/>
          <p:nvPr/>
        </p:nvSpPr>
        <p:spPr>
          <a:xfrm>
            <a:off x="1297786" y="5405948"/>
            <a:ext cx="245696" cy="339950"/>
          </a:xfrm>
          <a:prstGeom prst="upArrow">
            <a:avLst>
              <a:gd name="adj1" fmla="val 27504"/>
              <a:gd name="adj2" fmla="val 60590"/>
            </a:avLst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3" name="Up Arrow 52">
            <a:extLst>
              <a:ext uri="{FF2B5EF4-FFF2-40B4-BE49-F238E27FC236}">
                <a16:creationId id="{F2080A39-764E-49E3-877A-7CDA212A553C}"/>
              </a:ext>
            </a:extLst>
          </p:cNvPr>
          <p:cNvSpPr/>
          <p:nvPr/>
        </p:nvSpPr>
        <p:spPr>
          <a:xfrm>
            <a:off x="3380680" y="5419829"/>
            <a:ext cx="245696" cy="339950"/>
          </a:xfrm>
          <a:prstGeom prst="upArrow">
            <a:avLst>
              <a:gd name="adj1" fmla="val 27504"/>
              <a:gd name="adj2" fmla="val 60590"/>
            </a:avLst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9" name="Up Arrow 58">
            <a:extLst>
              <a:ext uri="{FF2B5EF4-FFF2-40B4-BE49-F238E27FC236}">
                <a16:creationId id="{938B2267-6C06-3B24-4083-CBAC500B25A6}"/>
              </a:ext>
            </a:extLst>
          </p:cNvPr>
          <p:cNvSpPr/>
          <p:nvPr/>
        </p:nvSpPr>
        <p:spPr>
          <a:xfrm>
            <a:off x="10088444" y="5419580"/>
            <a:ext cx="245696" cy="339950"/>
          </a:xfrm>
          <a:prstGeom prst="upArrow">
            <a:avLst>
              <a:gd name="adj1" fmla="val 27504"/>
              <a:gd name="adj2" fmla="val 60590"/>
            </a:avLst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" name="Up Arrow 59">
            <a:extLst>
              <a:ext uri="{FF2B5EF4-FFF2-40B4-BE49-F238E27FC236}">
                <a16:creationId id="{CE852ACB-0A2E-94C3-6421-6EB851EC486B}"/>
              </a:ext>
            </a:extLst>
          </p:cNvPr>
          <p:cNvSpPr/>
          <p:nvPr/>
        </p:nvSpPr>
        <p:spPr>
          <a:xfrm>
            <a:off x="7806007" y="5411796"/>
            <a:ext cx="245696" cy="339950"/>
          </a:xfrm>
          <a:prstGeom prst="upArrow">
            <a:avLst>
              <a:gd name="adj1" fmla="val 27504"/>
              <a:gd name="adj2" fmla="val 60590"/>
            </a:avLst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1" name="Up Arrow 60">
            <a:extLst>
              <a:ext uri="{FF2B5EF4-FFF2-40B4-BE49-F238E27FC236}">
                <a16:creationId id="{7CD1F70A-B389-B9DB-1B88-B261C319DB97}"/>
              </a:ext>
            </a:extLst>
          </p:cNvPr>
          <p:cNvSpPr/>
          <p:nvPr/>
        </p:nvSpPr>
        <p:spPr>
          <a:xfrm>
            <a:off x="5663117" y="5419580"/>
            <a:ext cx="245696" cy="339950"/>
          </a:xfrm>
          <a:prstGeom prst="upArrow">
            <a:avLst>
              <a:gd name="adj1" fmla="val 27504"/>
              <a:gd name="adj2" fmla="val 60590"/>
            </a:avLst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2" name="Up Arrow 61">
            <a:extLst>
              <a:ext uri="{FF2B5EF4-FFF2-40B4-BE49-F238E27FC236}">
                <a16:creationId id="{DA0AE99E-792C-0888-F9A2-3FF6FE601CE3}"/>
              </a:ext>
            </a:extLst>
          </p:cNvPr>
          <p:cNvSpPr/>
          <p:nvPr/>
        </p:nvSpPr>
        <p:spPr>
          <a:xfrm>
            <a:off x="3175617" y="3459282"/>
            <a:ext cx="245696" cy="339950"/>
          </a:xfrm>
          <a:prstGeom prst="upArrow">
            <a:avLst>
              <a:gd name="adj1" fmla="val 27504"/>
              <a:gd name="adj2" fmla="val 60590"/>
            </a:avLst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3" name="Up Arrow 62">
            <a:extLst>
              <a:ext uri="{FF2B5EF4-FFF2-40B4-BE49-F238E27FC236}">
                <a16:creationId id="{DF45AE76-B29D-54B7-5401-1533B01D129B}"/>
              </a:ext>
            </a:extLst>
          </p:cNvPr>
          <p:cNvSpPr/>
          <p:nvPr/>
        </p:nvSpPr>
        <p:spPr>
          <a:xfrm>
            <a:off x="5941879" y="4441356"/>
            <a:ext cx="245696" cy="339950"/>
          </a:xfrm>
          <a:prstGeom prst="upArrow">
            <a:avLst>
              <a:gd name="adj1" fmla="val 27504"/>
              <a:gd name="adj2" fmla="val 60590"/>
            </a:avLst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" name="Up Arrow 63">
            <a:extLst>
              <a:ext uri="{FF2B5EF4-FFF2-40B4-BE49-F238E27FC236}">
                <a16:creationId id="{E941D5DC-AEF8-C675-6BE0-97CC1A6A4AB4}"/>
              </a:ext>
            </a:extLst>
          </p:cNvPr>
          <p:cNvSpPr/>
          <p:nvPr/>
        </p:nvSpPr>
        <p:spPr>
          <a:xfrm>
            <a:off x="8704857" y="3446366"/>
            <a:ext cx="245696" cy="339950"/>
          </a:xfrm>
          <a:prstGeom prst="upArrow">
            <a:avLst>
              <a:gd name="adj1" fmla="val 27504"/>
              <a:gd name="adj2" fmla="val 60590"/>
            </a:avLst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" name="Up Arrow 64">
            <a:extLst>
              <a:ext uri="{FF2B5EF4-FFF2-40B4-BE49-F238E27FC236}">
                <a16:creationId id="{DB77950B-113E-ACA4-D68E-57864F5CF4AB}"/>
              </a:ext>
            </a:extLst>
          </p:cNvPr>
          <p:cNvSpPr/>
          <p:nvPr/>
        </p:nvSpPr>
        <p:spPr>
          <a:xfrm>
            <a:off x="3175617" y="2471742"/>
            <a:ext cx="245696" cy="339950"/>
          </a:xfrm>
          <a:prstGeom prst="upArrow">
            <a:avLst>
              <a:gd name="adj1" fmla="val 27504"/>
              <a:gd name="adj2" fmla="val 60590"/>
            </a:avLst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6" name="Up Arrow 65">
            <a:extLst>
              <a:ext uri="{FF2B5EF4-FFF2-40B4-BE49-F238E27FC236}">
                <a16:creationId id="{12DF1B7E-11A0-4C97-4055-BC37336D4140}"/>
              </a:ext>
            </a:extLst>
          </p:cNvPr>
          <p:cNvSpPr/>
          <p:nvPr/>
        </p:nvSpPr>
        <p:spPr>
          <a:xfrm>
            <a:off x="7232400" y="2471742"/>
            <a:ext cx="245696" cy="339950"/>
          </a:xfrm>
          <a:prstGeom prst="upArrow">
            <a:avLst>
              <a:gd name="adj1" fmla="val 27504"/>
              <a:gd name="adj2" fmla="val 60590"/>
            </a:avLst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9" name="Up Arrow 68">
            <a:extLst>
              <a:ext uri="{FF2B5EF4-FFF2-40B4-BE49-F238E27FC236}">
                <a16:creationId id="{E36DFDDB-10A6-1D91-8E99-9C135C4D39BE}"/>
              </a:ext>
            </a:extLst>
          </p:cNvPr>
          <p:cNvSpPr/>
          <p:nvPr/>
        </p:nvSpPr>
        <p:spPr>
          <a:xfrm>
            <a:off x="3181876" y="1495413"/>
            <a:ext cx="245696" cy="339950"/>
          </a:xfrm>
          <a:prstGeom prst="upArrow">
            <a:avLst>
              <a:gd name="adj1" fmla="val 27504"/>
              <a:gd name="adj2" fmla="val 60590"/>
            </a:avLst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0" name="Up Arrow 69">
            <a:extLst>
              <a:ext uri="{FF2B5EF4-FFF2-40B4-BE49-F238E27FC236}">
                <a16:creationId id="{053134EF-CC37-E431-798D-952315AEDC40}"/>
              </a:ext>
            </a:extLst>
          </p:cNvPr>
          <p:cNvSpPr/>
          <p:nvPr/>
        </p:nvSpPr>
        <p:spPr>
          <a:xfrm>
            <a:off x="10064757" y="1490988"/>
            <a:ext cx="245696" cy="339950"/>
          </a:xfrm>
          <a:prstGeom prst="upArrow">
            <a:avLst>
              <a:gd name="adj1" fmla="val 27504"/>
              <a:gd name="adj2" fmla="val 60590"/>
            </a:avLst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1" name="Up Arrow 70">
            <a:extLst>
              <a:ext uri="{FF2B5EF4-FFF2-40B4-BE49-F238E27FC236}">
                <a16:creationId id="{BE36289C-3609-872C-DBC9-F6FC4A0D7F3E}"/>
              </a:ext>
            </a:extLst>
          </p:cNvPr>
          <p:cNvSpPr/>
          <p:nvPr/>
        </p:nvSpPr>
        <p:spPr>
          <a:xfrm>
            <a:off x="7232400" y="1495413"/>
            <a:ext cx="245696" cy="339950"/>
          </a:xfrm>
          <a:prstGeom prst="upArrow">
            <a:avLst>
              <a:gd name="adj1" fmla="val 27504"/>
              <a:gd name="adj2" fmla="val 60590"/>
            </a:avLst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2" name="Up Arrow 71">
            <a:extLst>
              <a:ext uri="{FF2B5EF4-FFF2-40B4-BE49-F238E27FC236}">
                <a16:creationId id="{2BDAEB0F-F50E-970E-3816-1A4A4D648211}"/>
              </a:ext>
            </a:extLst>
          </p:cNvPr>
          <p:cNvSpPr/>
          <p:nvPr/>
        </p:nvSpPr>
        <p:spPr>
          <a:xfrm>
            <a:off x="10063070" y="2471742"/>
            <a:ext cx="245696" cy="339950"/>
          </a:xfrm>
          <a:prstGeom prst="upArrow">
            <a:avLst>
              <a:gd name="adj1" fmla="val 27504"/>
              <a:gd name="adj2" fmla="val 60590"/>
            </a:avLst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id="{487BE289-5149-2341-ADC9-D34AE0C1B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200" y="134858"/>
            <a:ext cx="8485800" cy="77787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Fundamentals and Emergence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id="{B5035AD8-9FFA-2D4C-9023-F51DFC93A72A}"/>
              </a:ext>
            </a:extLst>
          </p:cNvPr>
          <p:cNvSpPr/>
          <p:nvPr/>
        </p:nvSpPr>
        <p:spPr>
          <a:xfrm>
            <a:off x="2534280" y="5754275"/>
            <a:ext cx="188794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Constant Rate Architrino Emitter/Receivers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q- and q+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id="{B1E98C6E-F698-1446-9892-A6321127047E}"/>
              </a:ext>
            </a:extLst>
          </p:cNvPr>
          <p:cNvSpPr/>
          <p:nvPr/>
        </p:nvSpPr>
        <p:spPr>
          <a:xfrm>
            <a:off x="696733" y="1835974"/>
            <a:ext cx="521208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Quarks, Electrons, Neutrinos, Protons, Neutrons, 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id="{FC232085-2DE4-AA45-AA60-CE3ADB492DDD}"/>
              </a:ext>
            </a:extLst>
          </p:cNvPr>
          <p:cNvSpPr/>
          <p:nvPr/>
        </p:nvSpPr>
        <p:spPr>
          <a:xfrm>
            <a:off x="696733" y="3799003"/>
            <a:ext cx="10732704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General Relativity — Gravity</a:t>
            </a:r>
          </a:p>
          <a:p>
            <a:pPr algn="ctr"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Spacetime Aether Assemblies  (pro and anti Noether cores) — Higgs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id="{F217081D-0929-CE43-8C17-1C4EC84F6029}"/>
              </a:ext>
            </a:extLst>
          </p:cNvPr>
          <p:cNvSpPr/>
          <p:nvPr/>
        </p:nvSpPr>
        <p:spPr>
          <a:xfrm>
            <a:off x="696734" y="4784125"/>
            <a:ext cx="10732704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Emergent Assemblies and their Properties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[n]</a:t>
            </a:r>
            <a:r>
              <a:rPr lang="en-US" sz="1100" b="1" dirty="0">
                <a:solidFill>
                  <a:prstClr val="white"/>
                </a:solidFill>
                <a:latin typeface="Calibri" panose="020F0502020204030204"/>
              </a:rPr>
              <a:t>q</a:t>
            </a:r>
            <a:r>
              <a:rPr kumimoji="0" lang="el-G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:[m]</a:t>
            </a:r>
            <a:r>
              <a:rPr lang="en-US" sz="1100" b="1" dirty="0">
                <a:solidFill>
                  <a:prstClr val="white"/>
                </a:solidFill>
                <a:latin typeface="Calibri" panose="020F0502020204030204"/>
              </a:rPr>
              <a:t>q</a:t>
            </a:r>
            <a:r>
              <a:rPr kumimoji="0" lang="el-G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</a:t>
            </a:r>
            <a:r>
              <a:rPr lang="en-US" sz="1100" b="1" dirty="0">
                <a:solidFill>
                  <a:prstClr val="white"/>
                </a:solidFill>
                <a:latin typeface="Calibri" panose="020F0502020204030204"/>
              </a:rPr>
              <a:t>A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rchitecture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primal assembly – the architrino binary.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Nested binary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Noether cores and personality potentials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Properties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orbital  angular momentum, linear momentum, Noether core, spin, color charge, etc.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id="{3BEB294C-B0D4-E040-B2C8-A3F58F5311E6}"/>
              </a:ext>
            </a:extLst>
          </p:cNvPr>
          <p:cNvSpPr/>
          <p:nvPr/>
        </p:nvSpPr>
        <p:spPr>
          <a:xfrm>
            <a:off x="696734" y="5754275"/>
            <a:ext cx="144780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and Space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3D Euclidean Space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1D Linear Time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id="{F62A056D-322A-FB4F-93A6-CD548076E030}"/>
              </a:ext>
            </a:extLst>
          </p:cNvPr>
          <p:cNvSpPr/>
          <p:nvPr/>
        </p:nvSpPr>
        <p:spPr>
          <a:xfrm>
            <a:off x="6217355" y="1835974"/>
            <a:ext cx="237744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Photons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id="{D8A03304-6F06-F34D-8508-948339414BE2}"/>
              </a:ext>
            </a:extLst>
          </p:cNvPr>
          <p:cNvSpPr/>
          <p:nvPr/>
        </p:nvSpPr>
        <p:spPr>
          <a:xfrm>
            <a:off x="696734" y="858558"/>
            <a:ext cx="10732704" cy="640080"/>
          </a:xfrm>
          <a:prstGeom prst="rect">
            <a:avLst/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prstClr val="white"/>
                </a:solidFill>
                <a:latin typeface="Calibri" panose="020F0502020204030204"/>
              </a:rPr>
              <a:t>Black Hole Recycling of Standard Model Matter into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prstClr val="white"/>
                </a:solidFill>
                <a:latin typeface="Calibri" panose="020F0502020204030204"/>
              </a:rPr>
              <a:t>Spacetime Aether Assemblies.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id="{812DD2A3-E03C-5147-A4DE-A04DD21FB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441" y="6503226"/>
            <a:ext cx="2454759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 - Model of Nature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id="{7BA07A55-5016-DDBA-160A-91A4F9964C5B}"/>
              </a:ext>
            </a:extLst>
          </p:cNvPr>
          <p:cNvSpPr/>
          <p:nvPr/>
        </p:nvSpPr>
        <p:spPr>
          <a:xfrm>
            <a:off x="7213392" y="5754275"/>
            <a:ext cx="144780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u="sng" dirty="0">
                <a:solidFill>
                  <a:prstClr val="white"/>
                </a:solidFill>
                <a:latin typeface="Calibri" panose="020F0502020204030204"/>
              </a:rPr>
              <a:t>Physics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prstClr val="white"/>
                </a:solidFill>
                <a:latin typeface="Calibri" panose="020F0502020204030204"/>
              </a:rPr>
              <a:t>Superposition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id="{167CF72F-1E4D-E0EB-1190-3C40B426524C}"/>
              </a:ext>
            </a:extLst>
          </p:cNvPr>
          <p:cNvSpPr/>
          <p:nvPr/>
        </p:nvSpPr>
        <p:spPr>
          <a:xfrm>
            <a:off x="4811966" y="5754275"/>
            <a:ext cx="201168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u="sng" dirty="0">
                <a:solidFill>
                  <a:prstClr val="white"/>
                </a:solidFill>
                <a:latin typeface="Calibri" panose="020F0502020204030204"/>
              </a:rPr>
              <a:t>Natural Constants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Architrino emission rate.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white"/>
                </a:solidFill>
                <a:latin typeface="Calibri" panose="020F0502020204030204"/>
              </a:rPr>
              <a:t>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peed of potential propagation</a:t>
            </a:r>
            <a:endParaRPr lang="en-US" sz="11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id="{E3F3F07C-7187-5935-5241-E2C00F797995}"/>
              </a:ext>
            </a:extLst>
          </p:cNvPr>
          <p:cNvSpPr/>
          <p:nvPr/>
        </p:nvSpPr>
        <p:spPr>
          <a:xfrm>
            <a:off x="9050938" y="5754275"/>
            <a:ext cx="237850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u="sng" dirty="0">
                <a:solidFill>
                  <a:prstClr val="white"/>
                </a:solidFill>
                <a:latin typeface="Calibri" panose="020F0502020204030204"/>
              </a:rPr>
              <a:t>Universe Observables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Large scale density of architrinos.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white"/>
                </a:solidFill>
                <a:latin typeface="Calibri" panose="020F0502020204030204"/>
              </a:rPr>
              <a:t>Large scale density of energy</a:t>
            </a:r>
            <a:endParaRPr lang="en-US" sz="11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id="{361B3C8C-E97A-39BD-A1DF-DCADE2C7A95C}"/>
              </a:ext>
            </a:extLst>
          </p:cNvPr>
          <p:cNvSpPr/>
          <p:nvPr/>
        </p:nvSpPr>
        <p:spPr>
          <a:xfrm>
            <a:off x="696733" y="2812767"/>
            <a:ext cx="521208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Fermions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id="{94AD58AA-8F4E-CCB3-3F18-E3A7DDC179A8}"/>
              </a:ext>
            </a:extLst>
          </p:cNvPr>
          <p:cNvSpPr/>
          <p:nvPr/>
        </p:nvSpPr>
        <p:spPr>
          <a:xfrm>
            <a:off x="6217357" y="2811145"/>
            <a:ext cx="521208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Bosons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id="{B9AD77FF-C1C7-FC02-C199-BC4057AC8A95}"/>
              </a:ext>
            </a:extLst>
          </p:cNvPr>
          <p:cNvSpPr/>
          <p:nvPr/>
        </p:nvSpPr>
        <p:spPr>
          <a:xfrm>
            <a:off x="8942400" y="1835974"/>
            <a:ext cx="2487037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Couplings and Ephemeral Interactions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prstClr val="white"/>
                </a:solidFill>
                <a:latin typeface="Calibri" panose="020F0502020204030204"/>
              </a:rPr>
              <a:t>Gluon, W+/-, Z</a:t>
            </a:r>
            <a:endParaRPr kumimoji="0" lang="en-US" sz="11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4" name="Elbow Connector 73">
            <a:extLst>
              <a:ext uri="{FF2B5EF4-FFF2-40B4-BE49-F238E27FC236}">
                <a16:creationId id="{AC7FFE8B-312D-ED33-233F-687B99BA859B}"/>
              </a:ext>
            </a:extLst>
          </p:cNvPr>
          <p:cNvCxnSpPr>
            <a:cxnSpLocks/>
            <a:stCxn id="54" idx="3"/>
            <a:endCxn id="40" idx="3"/>
          </p:cNvCxnSpPr>
          <p:nvPr/>
        </p:nvCxnSpPr>
        <p:spPr>
          <a:xfrm>
            <a:off x="11429438" y="1178598"/>
            <a:ext cx="12700" cy="3925567"/>
          </a:xfrm>
          <a:prstGeom prst="bentConnector3">
            <a:avLst>
              <a:gd name="adj1" fmla="val 1800000"/>
            </a:avLst>
          </a:prstGeom>
          <a:ln w="69850">
            <a:solidFill>
              <a:schemeClr val="bg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329966113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 algn="l">
          <a:defRPr sz="2400"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20844</TotalTime>
  <Words>160</Words>
  <Application>Microsoft Macintosh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Helvetica Neue</vt:lpstr>
      <vt:lpstr>1_Office Theme</vt:lpstr>
      <vt:lpstr>Fundamentals and Emergence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Morris</dc:creator>
  <cp:lastModifiedBy>Mark Morris</cp:lastModifiedBy>
  <cp:revision>449</cp:revision>
  <cp:lastPrinted>2021-09-06T03:42:21Z</cp:lastPrinted>
  <dcterms:created xsi:type="dcterms:W3CDTF">2020-07-11T20:04:21Z</dcterms:created>
  <dcterms:modified xsi:type="dcterms:W3CDTF">2026-03-15T02:04:40Z</dcterms:modified>
</cp:coreProperties>
</file>