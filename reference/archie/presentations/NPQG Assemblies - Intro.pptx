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9"/>
  </p:notesMasterIdLst>
  <p:sldIdLst>
    <p:sldId id="807" r:id="rId3"/>
    <p:sldId id="819" r:id="rId4"/>
    <p:sldId id="733" r:id="rId5"/>
    <p:sldId id="821" r:id="rId6"/>
    <p:sldId id="667" r:id="rId7"/>
    <p:sldId id="818" r:id="rId8"/>
    <p:sldId id="746" r:id="rId9"/>
    <p:sldId id="850" r:id="rId10"/>
    <p:sldId id="669" r:id="rId11"/>
    <p:sldId id="644" r:id="rId12"/>
    <p:sldId id="676" r:id="rId13"/>
    <p:sldId id="680" r:id="rId14"/>
    <p:sldId id="695" r:id="rId15"/>
    <p:sldId id="686" r:id="rId16"/>
    <p:sldId id="643" r:id="rId17"/>
    <p:sldId id="684" r:id="rId18"/>
    <p:sldId id="685" r:id="rId19"/>
    <p:sldId id="681" r:id="rId20"/>
    <p:sldId id="672" r:id="rId21"/>
    <p:sldId id="674" r:id="rId22"/>
    <p:sldId id="673" r:id="rId23"/>
    <p:sldId id="675" r:id="rId24"/>
    <p:sldId id="677" r:id="rId25"/>
    <p:sldId id="696" r:id="rId26"/>
    <p:sldId id="700" r:id="rId27"/>
    <p:sldId id="678" r:id="rId28"/>
    <p:sldId id="679" r:id="rId29"/>
    <p:sldId id="649" r:id="rId30"/>
    <p:sldId id="670" r:id="rId31"/>
    <p:sldId id="671" r:id="rId32"/>
    <p:sldId id="737" r:id="rId33"/>
    <p:sldId id="739" r:id="rId34"/>
    <p:sldId id="738" r:id="rId35"/>
    <p:sldId id="741" r:id="rId36"/>
    <p:sldId id="382" r:id="rId37"/>
    <p:sldId id="90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 userDrawn="1">
          <p15:clr>
            <a:srgbClr val="A4A3A4"/>
          </p15:clr>
        </p15:guide>
        <p15:guide id="2" pos="3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D883FF"/>
    <a:srgbClr val="9437FF"/>
    <a:srgbClr val="FF2F92"/>
    <a:srgbClr val="FF40FF"/>
    <a:srgbClr val="FF85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>
    <p:restoredLeft sz="5653"/>
    <p:restoredTop sz="96233"/>
  </p:normalViewPr>
  <p:slideViewPr>
    <p:cSldViewPr snapToGrid="0" snapToObjects="1">
      <p:cViewPr varScale="1">
        <p:scale>
          <a:sx n="122" d="100"/>
          <a:sy n="122" d="100"/>
        </p:scale>
        <p:origin x="1736" y="200"/>
      </p:cViewPr>
      <p:guideLst>
        <p:guide orient="horz" pos="1920"/>
        <p:guide pos="3144"/>
      </p:guideLst>
    </p:cSldViewPr>
  </p:slideViewPr>
  <p:outlineViewPr>
    <p:cViewPr>
      <p:scale>
        <a:sx n="33" d="100"/>
        <a:sy n="33" d="100"/>
      </p:scale>
      <p:origin x="0" y="-128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9C587-CF1F-6D46-B15F-44C1667C9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4D731-5435-284A-9C82-866A0CCE7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9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577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21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CB721-A2DF-319B-4ED3-431B54D0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89C2D-3658-BB63-5CD1-50033DAD6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A9B2B-2A41-E9C8-4EE6-7F2BCDC5D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B6880-0759-61E3-9B0B-6C267DBB3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21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42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Helvetica Neue" panose="02000503000000020004" pitchFamily="2" charset="0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496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62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0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47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2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D731-5435-284A-9C82-866A0CCE754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1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0362E-5C5C-984E-ABC7-C52ED959C05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31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0362E-5C5C-984E-ABC7-C52ED959C05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48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0362E-5C5C-984E-ABC7-C52ED959C05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2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AC4F-7A0F-A943-A37C-CBCA0E32B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297DA-E85E-0C4F-99BF-0A156C60B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6CA89-2D26-3A41-89B1-50126474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D168-D168-924A-82CE-07F9D6F7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38C6D-1145-FE40-A5F3-AA76BBFA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4DC4-2DA1-B348-A4DF-75DC7F91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39A7-F958-5045-8004-AB9AE1A96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E59F-8028-6640-B7CD-712A00A5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5207B-575E-EB46-9167-DC8B9A1A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5824-8924-0F4E-BA06-D6714EF0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4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C153B-5FCE-B74A-A920-BCEF1F63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97D35-0983-3A42-B252-8AD80D9BF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E38F-3C0D-E140-A6E9-29E4DFD5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1BD2A-DB13-B24A-BBFC-927CE896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F839-BEAD-4046-84B9-B65359FF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4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C177-DB72-3842-8FEB-9F371473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F9017-D4AC-4443-9CD1-2655A6BD2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D979-597B-B94B-BB54-1E681A7EC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3BD60-7139-A04D-9B93-01CBEFB0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9F3AA-F8ED-E14B-85E0-12F62683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C5392-4C49-3D4E-A960-85F3FF79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0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7FD0-5120-0C4E-9ED8-2E64DC8B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CB33E-1A4C-E646-937B-3065B793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4967C-4E8D-224B-B99B-5A8BFB4A6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943C8-A2E5-9D40-B765-79FA0F4A9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50570-0F93-F641-B441-AF42A2D4E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A5EAD-E92B-9048-B9C8-92222381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D3873-3B3E-ED46-AB43-A96EABCE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82CEE-B54E-EB49-A16C-7BD03BE4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9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6FC62-6751-0643-9250-97D2B5E3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9D249-AD5C-E04F-9713-314E504E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AE547-A907-884B-BE81-EF89D3D6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2ED8E-C4AB-F14B-8929-F9E0303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4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4BB6F-7B9B-964D-886B-D85350A3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2AF3E-955F-E044-BADD-4B3F3346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94269-793F-EC42-A5AD-E4EDD73A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7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5B24-7F29-EB4C-8550-397A4EF2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E189-5B1A-7048-AE10-17298DF6D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0FD4A-1397-2F45-A4D7-06ABB5876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62886-2AD3-CD44-9D2F-20320011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F0679-BAA2-4A4A-A43D-4712441F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063EA-2E55-AB41-AAC6-3B06B0A4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6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CBE6-8654-C64C-A30A-1F235AC1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834EB-69C2-AA42-98DA-7B4340442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0A069-EA0A-1644-B57A-5EAE0C27D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95D40-9D00-D947-957C-66E69B00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C0489-A2A3-BD45-A96A-DD5F4DAE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4D875-A92C-C04E-8A5E-F2BC5682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2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C65C-399B-6E41-B6BD-80F18618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25FAD-24BB-2D45-A8F1-E9A89551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E0D81-B122-544D-8ACE-546BF491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702-5864-8141-AF11-25FF6E46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3AE1-F5D3-DF4B-8CC4-896B37D8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0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2BFE7-4426-2841-9026-40331CF4D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FECEF-DF15-7A4D-BABF-0E2EA14CC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4D43-6AD7-3A4D-9528-F70FC789D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42A1-B626-9246-BFA2-70780398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DCD8-6D3F-824E-8311-38CE4EC5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15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2668-EBEB-AE41-BF76-89062B014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28A4C-0805-8E44-B54E-3B6F671F8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74C2-6265-7F41-BB8F-D8A0A0C8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C895-F8E0-4049-8BEE-E5499394E46C}" type="datetime1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3590-4180-6C42-A6BF-707655C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1401-8545-2D4E-A7FB-31AFC7A8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56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60F9-C770-5C4C-9C93-102EC332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8EDA-56F1-1C40-B81E-28B921C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2772-5D80-F641-A1BB-6048573C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55E2-A889-F24B-B1FE-1E878178F308}" type="datetime1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4AF-90CF-484C-B6C7-5CE1A016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AF1E-33D8-3041-A601-1384C718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44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822D-6D7A-1342-98EF-890C6F2D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F19EA-9170-5B4B-814F-7425C8E2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461C-3391-334C-9885-001B32D724C4}" type="datetime1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2B1FB-ECDF-AD43-9020-0267ED91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9C470-5AF0-5246-81E7-95EAEE56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8D635-033D-CA45-AECF-FEC145E5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99257-A465-2C4D-9918-BC8C54895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DCD3B-E2F2-854E-BB00-D5B0BB2A9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405ED-7212-D349-B4CE-23AE6F2BE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6886-3E69-B540-9366-21DA707D6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4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9A1DB-155B-0846-9CED-8B75F56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736F-08D5-7643-A656-ABAEB945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3D04-66F5-D74B-8EEA-459FDC00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2005EE61-3907-C44D-8624-D47E09E871DB}" type="datetime1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6E67-6F97-E149-8437-635D11E7E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C1E-0AB1-F34A-83C6-0956BF9B4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73D4D4B-2FF7-BE46-958C-B004BD45E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8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6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id="{1D77ACA5-3691-8FEB-0266-8D47BBCCF4C6}"/>
              </a:ext>
            </a:extLst>
          </p:cNvPr>
          <p:cNvSpPr txBox="1"/>
          <p:nvPr/>
        </p:nvSpPr>
        <p:spPr>
          <a:xfrm>
            <a:off x="0" y="186247"/>
            <a:ext cx="121919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Introduction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600" b="1" dirty="0">
                <a:solidFill>
                  <a:srgbClr val="FFC000"/>
                </a:solidFill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to Assemblies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pic>
        <p:nvPicPr>
          <p:cNvPr id="4" name="Audio 4.m4a">
            <a:hlinkClick r:id="" action="ppaction://media"/>
            <a:extLst>
              <a:ext uri="{FF2B5EF4-FFF2-40B4-BE49-F238E27FC236}">
                <a16:creationId id="{517B54EF-D7B1-E948-D130-5B2C54B785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4:media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9536" y="7453964"/>
            <a:ext cx="812800" cy="812800"/>
          </a:xfrm>
          <a:prstGeom prst="rect">
            <a:avLst/>
          </a:prstGeom>
        </p:spPr>
      </p:pic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4:creationId val="234893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a16="http://schemas.microsoft.com/office/drawing/2014/main" xmlns:ns3="http://schemas.openxmlformats.org/markup-compatibility/2006" xmlns:ns4="http://schemas.microsoft.com/office/drawing/2010/main" xmlns:ns5="http://schemas.openxmlformats.org/officeDocument/2006/math" xmlns:ns7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69848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Basis of Nature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 Mark Morris - Model of Nature - May 2021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id="{EA449706-FFE1-9D43-ACAF-E78AA743AADD}"/>
              </a:ext>
            </a:extLst>
          </p:cNvPr>
          <p:cNvGrpSpPr/>
          <p:nvPr/>
        </p:nvGrpSpPr>
        <p:grpSpPr>
          <a:xfrm>
            <a:off x="2934383" y="2831497"/>
            <a:ext cx="2985584" cy="3278251"/>
            <a:chOff x="3516923" y="2448291"/>
            <a:chExt cx="2016369" cy="2214027"/>
          </a:xfrm>
        </p:grpSpPr>
        <p:sp>
          <p:nvSpPr>
            <p:cNvPr id="6" name="Oval 5">
              <a:extLst>
                <a:ext uri="{FF2B5EF4-FFF2-40B4-BE49-F238E27FC236}">
                  <a16:creationId id="{38985803-DA6E-8548-BD14-7743C8492FA0}"/>
                </a:ext>
              </a:extLst>
            </p:cNvPr>
            <p:cNvSpPr/>
            <p:nvPr/>
          </p:nvSpPr>
          <p:spPr>
            <a:xfrm>
              <a:off x="3516923" y="2448291"/>
              <a:ext cx="2016369" cy="1938216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B0F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id="{F2244FC9-B137-EB4E-A718-78190AE91366}"/>
                </a:ext>
              </a:extLst>
            </p:cNvPr>
            <p:cNvSpPr/>
            <p:nvPr/>
          </p:nvSpPr>
          <p:spPr>
            <a:xfrm>
              <a:off x="4143553" y="4412883"/>
              <a:ext cx="788362" cy="2494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Electrino</a:t>
              </a:r>
            </a:p>
          </p:txBody>
        </p:sp>
        <p:sp>
          <p:nvSpPr>
            <p:cNvPr id="14" name="Minus 13">
              <a:extLst>
                <a:ext uri="{FF2B5EF4-FFF2-40B4-BE49-F238E27FC236}">
                  <a16:creationId id="{09ADC253-730C-264F-8155-E49642931ADA}"/>
                </a:ext>
              </a:extLst>
            </p:cNvPr>
            <p:cNvSpPr/>
            <p:nvPr/>
          </p:nvSpPr>
          <p:spPr>
            <a:xfrm>
              <a:off x="4098680" y="2990972"/>
              <a:ext cx="852854" cy="852854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5" name="Oval 4">
            <a:extLst>
              <a:ext uri="{FF2B5EF4-FFF2-40B4-BE49-F238E27FC236}">
                <a16:creationId id="{405A7150-905F-F24D-BF97-63899D0E98A3}"/>
              </a:ext>
            </a:extLst>
          </p:cNvPr>
          <p:cNvSpPr/>
          <p:nvPr/>
        </p:nvSpPr>
        <p:spPr>
          <a:xfrm>
            <a:off x="6360070" y="2838812"/>
            <a:ext cx="2985583" cy="28698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id="{930F45C2-0FE5-F04C-B568-5F9239FE086D}"/>
              </a:ext>
            </a:extLst>
          </p:cNvPr>
          <p:cNvSpPr/>
          <p:nvPr/>
        </p:nvSpPr>
        <p:spPr>
          <a:xfrm>
            <a:off x="7268919" y="5747731"/>
            <a:ext cx="1733147" cy="5468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</a:p>
        </p:txBody>
      </p:sp>
      <p:sp>
        <p:nvSpPr>
          <p:cNvPr id="13" name="Plus 12">
            <a:extLst>
              <a:ext uri="{FF2B5EF4-FFF2-40B4-BE49-F238E27FC236}">
                <a16:creationId id="{A2F97F06-5AE9-B844-8A28-B02FF48414FF}"/>
              </a:ext>
            </a:extLst>
          </p:cNvPr>
          <p:cNvSpPr/>
          <p:nvPr/>
        </p:nvSpPr>
        <p:spPr>
          <a:xfrm>
            <a:off x="7156370" y="3577253"/>
            <a:ext cx="1392983" cy="1392983"/>
          </a:xfrm>
          <a:prstGeom prst="mathPlus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id="{7B450B60-56DD-E447-B796-B112D6F74ECA}"/>
              </a:ext>
            </a:extLst>
          </p:cNvPr>
          <p:cNvGrpSpPr/>
          <p:nvPr/>
        </p:nvGrpSpPr>
        <p:grpSpPr>
          <a:xfrm>
            <a:off x="934089" y="3406958"/>
            <a:ext cx="1075397" cy="902544"/>
            <a:chOff x="5023953" y="4378355"/>
            <a:chExt cx="1303340" cy="1306404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id="{CE1E4885-6E99-C949-A2D8-5B8C82D595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5623" y="4378355"/>
              <a:ext cx="0" cy="1306404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id="{371FBCDF-30F2-6749-9C7D-FE0A8D83337B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5675623" y="4379887"/>
              <a:ext cx="0" cy="1303340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id="{BF5810EE-ACDB-6544-9F58-5DEBD8E72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4645" y="5013629"/>
              <a:ext cx="1107790" cy="17928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id="{90B4F778-AAF3-8441-A126-EF65BDDCA5EE}"/>
              </a:ext>
            </a:extLst>
          </p:cNvPr>
          <p:cNvSpPr/>
          <p:nvPr/>
        </p:nvSpPr>
        <p:spPr>
          <a:xfrm>
            <a:off x="1035610" y="4601259"/>
            <a:ext cx="87235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Linear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</a:t>
            </a:r>
          </a:p>
        </p:txBody>
      </p:sp>
      <ns3:AlternateContent>
        <ns3:Choice Requires="a14">
          <p:sp>
            <p:nvSpPr>
              <p:cNvPr id="33" name="Rectangle 32">
                <a:extLst>
                  <a:ext uri="{FF2B5EF4-FFF2-40B4-BE49-F238E27FC236}">
                    <a16:creationId id="{6FB04752-7BBD-3648-BE22-8D983884B555}"/>
                  </a:ext>
                </a:extLst>
              </p:cNvPr>
              <p:cNvSpPr/>
              <p:nvPr/>
            </p:nvSpPr>
            <p:spPr>
              <a:xfrm>
                <a:off x="1882124" y="990347"/>
                <a:ext cx="8128635" cy="13542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Unit Architrinos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Energetic, immutable, architrinos with magnitudes +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ns4:m>
                  <ns5:oMath>
                    <ns5:d>
                      <ns5:dPr>
                        <ns5:begChr ns5:val="|"/>
                        <ns5:endChr ns5:val="|"/>
                        <ns5:ctrlPr>
                          <a:rPr kumimoji="0" 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ns5:ctrlPr>
                      </ns5:dPr>
                      <ns5:e>
                        <ns5:f>
                          <ns5:fPr>
                            <ns5:type ns5:val="skw"/>
                            <ns5:ctrlP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ns5:ctrlPr>
                          </ns5:fPr>
                          <ns5:num>
                            <ns5: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ns5:t>𝒆</ns5:t>
                            </ns5:r>
                          </ns5:num>
                          <ns5:den>
                            <ns5: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ns5:t>𝟔</ns5:t>
                            </ns5:r>
                          </ns5:den>
                        </ns5:f>
                      </ns5:e>
                    </ns5:d>
                  </ns5:oMath>
                </ns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and - </a:t>
                </a:r>
                <ns4:m>
                  <ns5:oMath>
                    <ns5:d>
                      <ns5:dPr>
                        <ns5:begChr ns5:val="|"/>
                        <ns5:endChr ns5:val="|"/>
                        <ns5:ctrlP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ns5:ctrlPr>
                      </ns5:dPr>
                      <ns5:e>
                        <ns5:f>
                          <ns5:fPr>
                            <ns5:type ns5:val="skw"/>
                            <ns5:ctrlP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ns5:ctrlPr>
                          </ns5:fPr>
                          <ns5:num>
                            <ns5: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ns5:t>𝒆</ns5:t>
                            </ns5:r>
                          </ns5:num>
                          <ns5:den>
                            <ns5:r>
                              <a:rPr kumimoji="0" lang="en-US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ns5:t>𝟔</ns5:t>
                            </ns5:r>
                          </ns5:den>
                        </ns5:f>
                      </ns5:e>
                    </ns5:d>
                  </ns5:oMath>
                </ns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,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Measurable parameters: large scale energy and population densities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Universal constant: field speed @</a:t>
                </a:r>
              </a:p>
            </p:txBody>
          </p:sp>
        </ns3:Choice>
        <ns3:Fallback>
          <p:sp>
            <p:nvSpPr>
              <p:cNvPr id="33" name="Rectangle 32">
                <a:extLst>
                  <a:ext uri="{FF2B5EF4-FFF2-40B4-BE49-F238E27FC236}">
                    <a16:creationId id="{6FB04752-7BBD-3648-BE22-8D983884B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124" y="990347"/>
                <a:ext cx="8128635" cy="1354217"/>
              </a:xfrm>
              <a:prstGeom prst="rect">
                <a:avLst/>
              </a:prstGeom>
              <a:blipFill>
                <a:blip r:embed="rId3"/>
                <a:stretch>
                  <a:fillRect l="-156" t="-4630" r="-1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ns3:Fallback>
      </ns3:AlternateContent>
      <p:cxnSp>
        <p:nvCxnSpPr>
          <p:cNvPr id="24" name="Straight Arrow Connector 23">
            <a:extLst>
              <a:ext uri="{FF2B5EF4-FFF2-40B4-BE49-F238E27FC236}">
                <a16:creationId id="{282275DC-2AB9-8842-B077-479BC4E05F88}"/>
              </a:ext>
            </a:extLst>
          </p:cNvPr>
          <p:cNvCxnSpPr>
            <a:cxnSpLocks/>
          </p:cNvCxnSpPr>
          <p:nvPr/>
        </p:nvCxnSpPr>
        <p:spPr>
          <a:xfrm flipV="1">
            <a:off x="1231394" y="5702387"/>
            <a:ext cx="480786" cy="3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3">
            <a:extLst>
              <a:ext uri="{FF2B5EF4-FFF2-40B4-BE49-F238E27FC236}">
                <a16:creationId id="{246E4B47-B7AD-0745-91FA-AA77D12D888D}"/>
              </a:ext>
            </a:extLst>
          </p:cNvPr>
          <p:cNvSpPr txBox="1">
            <a:spLocks/>
          </p:cNvSpPr>
          <p:nvPr/>
        </p:nvSpPr>
        <p:spPr>
          <a:xfrm>
            <a:off x="9214069" y="634456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 Mark Morris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id="{B3E4CD37-BCF3-72BF-F3B3-DAC45082593B}"/>
              </a:ext>
            </a:extLst>
          </p:cNvPr>
          <p:cNvSpPr/>
          <p:nvPr/>
        </p:nvSpPr>
        <p:spPr>
          <a:xfrm>
            <a:off x="839242" y="2412063"/>
            <a:ext cx="126509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Euclidean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</a:t>
            </a:r>
          </a:p>
        </p:txBody>
      </p: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7:creationId val="1605502422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Oval 164">
            <a:extLst>
              <a:ext uri="{FF2B5EF4-FFF2-40B4-BE49-F238E27FC236}">
                <a16:creationId id="{8F79EE83-0246-A14F-B996-8577FD2C7756}"/>
              </a:ext>
            </a:extLst>
          </p:cNvPr>
          <p:cNvSpPr>
            <a:spLocks noChangeAspect="1"/>
          </p:cNvSpPr>
          <p:nvPr/>
        </p:nvSpPr>
        <p:spPr>
          <a:xfrm flipH="1">
            <a:off x="528603" y="245750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6" name="Oval 165">
            <a:extLst>
              <a:ext uri="{FF2B5EF4-FFF2-40B4-BE49-F238E27FC236}">
                <a16:creationId id="{2C966511-1412-DE4E-B79A-8D5D5F447724}"/>
              </a:ext>
            </a:extLst>
          </p:cNvPr>
          <p:cNvSpPr>
            <a:spLocks noChangeAspect="1"/>
          </p:cNvSpPr>
          <p:nvPr/>
        </p:nvSpPr>
        <p:spPr>
          <a:xfrm flipH="1">
            <a:off x="327428" y="350989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7" name="Oval 166">
            <a:extLst>
              <a:ext uri="{FF2B5EF4-FFF2-40B4-BE49-F238E27FC236}">
                <a16:creationId id="{797B7003-E782-074B-A305-6EEC7400226A}"/>
              </a:ext>
            </a:extLst>
          </p:cNvPr>
          <p:cNvSpPr>
            <a:spLocks noChangeAspect="1"/>
          </p:cNvSpPr>
          <p:nvPr/>
        </p:nvSpPr>
        <p:spPr>
          <a:xfrm flipH="1">
            <a:off x="1166690" y="426460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8" name="Oval 167">
            <a:extLst>
              <a:ext uri="{FF2B5EF4-FFF2-40B4-BE49-F238E27FC236}">
                <a16:creationId id="{F9D2F6CA-A68C-3643-96E0-0C379A8A0DB5}"/>
              </a:ext>
            </a:extLst>
          </p:cNvPr>
          <p:cNvSpPr>
            <a:spLocks noChangeAspect="1"/>
          </p:cNvSpPr>
          <p:nvPr/>
        </p:nvSpPr>
        <p:spPr>
          <a:xfrm flipH="1">
            <a:off x="1620550" y="260732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9" name="Oval 168">
            <a:extLst>
              <a:ext uri="{FF2B5EF4-FFF2-40B4-BE49-F238E27FC236}">
                <a16:creationId id="{48CDB1D8-34F8-5348-8141-5B06C8899258}"/>
              </a:ext>
            </a:extLst>
          </p:cNvPr>
          <p:cNvSpPr>
            <a:spLocks noChangeAspect="1"/>
          </p:cNvSpPr>
          <p:nvPr/>
        </p:nvSpPr>
        <p:spPr>
          <a:xfrm flipH="1">
            <a:off x="953995" y="311738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70" name="Oval 169">
            <a:extLst>
              <a:ext uri="{FF2B5EF4-FFF2-40B4-BE49-F238E27FC236}">
                <a16:creationId id="{F03A6178-0FC0-6546-A056-BE335289A3F4}"/>
              </a:ext>
            </a:extLst>
          </p:cNvPr>
          <p:cNvSpPr>
            <a:spLocks noChangeAspect="1"/>
          </p:cNvSpPr>
          <p:nvPr/>
        </p:nvSpPr>
        <p:spPr>
          <a:xfrm flipH="1">
            <a:off x="406700" y="444472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28" name="Footer Placeholder 3">
            <a:extLst>
              <a:ext uri="{FF2B5EF4-FFF2-40B4-BE49-F238E27FC236}">
                <a16:creationId id="{177A8ECF-CF30-AF4E-B517-6AB0B8D9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80914" y="6495143"/>
            <a:ext cx="1527264" cy="310540"/>
          </a:xfrm>
        </p:spPr>
        <p:txBody>
          <a:bodyPr/>
          <a:lstStyle/>
          <a:p>
            <a:r>
              <a:rPr lang="en-US" sz="1100" i="1" dirty="0">
                <a:solidFill>
                  <a:schemeClr val="bg1">
                    <a:lumMod val="6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Oval 1">
            <a:extLst>
              <a:ext uri="{FF2B5EF4-FFF2-40B4-BE49-F238E27FC236}">
                <a16:creationId id="{A28A90EF-FC75-0005-CB0F-3C6C957A5D61}"/>
              </a:ext>
            </a:extLst>
          </p:cNvPr>
          <p:cNvSpPr>
            <a:spLocks noChangeAspect="1"/>
          </p:cNvSpPr>
          <p:nvPr/>
        </p:nvSpPr>
        <p:spPr>
          <a:xfrm flipH="1">
            <a:off x="1454996" y="178066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" name="Oval 2">
            <a:extLst>
              <a:ext uri="{FF2B5EF4-FFF2-40B4-BE49-F238E27FC236}">
                <a16:creationId id="{49BEC3AE-D077-4D64-C44B-CFE97557B1B2}"/>
              </a:ext>
            </a:extLst>
          </p:cNvPr>
          <p:cNvSpPr>
            <a:spLocks noChangeAspect="1"/>
          </p:cNvSpPr>
          <p:nvPr/>
        </p:nvSpPr>
        <p:spPr>
          <a:xfrm flipH="1">
            <a:off x="891719" y="197017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" name="Oval 15">
            <a:extLst>
              <a:ext uri="{FF2B5EF4-FFF2-40B4-BE49-F238E27FC236}">
                <a16:creationId id="{101A81C1-E233-762A-9578-1EA25409A942}"/>
              </a:ext>
            </a:extLst>
          </p:cNvPr>
          <p:cNvSpPr>
            <a:spLocks noChangeAspect="1"/>
          </p:cNvSpPr>
          <p:nvPr/>
        </p:nvSpPr>
        <p:spPr>
          <a:xfrm flipH="1">
            <a:off x="646472" y="519943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7" name="Oval 16">
            <a:extLst>
              <a:ext uri="{FF2B5EF4-FFF2-40B4-BE49-F238E27FC236}">
                <a16:creationId id="{6878E5F2-3D08-310A-9EDF-C1B1BA43819E}"/>
              </a:ext>
            </a:extLst>
          </p:cNvPr>
          <p:cNvSpPr>
            <a:spLocks noChangeAspect="1"/>
          </p:cNvSpPr>
          <p:nvPr/>
        </p:nvSpPr>
        <p:spPr>
          <a:xfrm flipH="1">
            <a:off x="906581" y="115769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7" name="Oval 26">
            <a:extLst>
              <a:ext uri="{FF2B5EF4-FFF2-40B4-BE49-F238E27FC236}">
                <a16:creationId id="{75E09774-1F2F-48FC-6E7D-B4BD587B0404}"/>
              </a:ext>
            </a:extLst>
          </p:cNvPr>
          <p:cNvSpPr>
            <a:spLocks noChangeAspect="1"/>
          </p:cNvSpPr>
          <p:nvPr/>
        </p:nvSpPr>
        <p:spPr>
          <a:xfrm flipH="1">
            <a:off x="1592083" y="355730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8" name="Oval 27">
            <a:extLst>
              <a:ext uri="{FF2B5EF4-FFF2-40B4-BE49-F238E27FC236}">
                <a16:creationId id="{3498BC48-AEA3-AC08-1EEE-B7208E153706}"/>
              </a:ext>
            </a:extLst>
          </p:cNvPr>
          <p:cNvSpPr>
            <a:spLocks noChangeAspect="1"/>
          </p:cNvSpPr>
          <p:nvPr/>
        </p:nvSpPr>
        <p:spPr>
          <a:xfrm flipH="1">
            <a:off x="1698431" y="46571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30" name="Oval 29">
            <a:extLst>
              <a:ext uri="{FF2B5EF4-FFF2-40B4-BE49-F238E27FC236}">
                <a16:creationId id="{93BCDFCB-880D-AC92-41B5-91E1C11AC105}"/>
              </a:ext>
            </a:extLst>
          </p:cNvPr>
          <p:cNvSpPr>
            <a:spLocks noChangeAspect="1"/>
          </p:cNvSpPr>
          <p:nvPr/>
        </p:nvSpPr>
        <p:spPr>
          <a:xfrm flipH="1">
            <a:off x="2336519" y="333734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1" name="Oval 30">
            <a:extLst>
              <a:ext uri="{FF2B5EF4-FFF2-40B4-BE49-F238E27FC236}">
                <a16:creationId id="{A9A5A7C1-4083-FA87-8EE5-2BBD7F193D62}"/>
              </a:ext>
            </a:extLst>
          </p:cNvPr>
          <p:cNvSpPr>
            <a:spLocks noChangeAspect="1"/>
          </p:cNvSpPr>
          <p:nvPr/>
        </p:nvSpPr>
        <p:spPr>
          <a:xfrm flipH="1">
            <a:off x="2442867" y="438215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38" name="Oval 37">
            <a:extLst>
              <a:ext uri="{FF2B5EF4-FFF2-40B4-BE49-F238E27FC236}">
                <a16:creationId id="{EB78E3A0-05B8-2EE8-72DA-778478612302}"/>
              </a:ext>
            </a:extLst>
          </p:cNvPr>
          <p:cNvSpPr>
            <a:spLocks noChangeAspect="1"/>
          </p:cNvSpPr>
          <p:nvPr/>
        </p:nvSpPr>
        <p:spPr>
          <a:xfrm flipH="1">
            <a:off x="2442866" y="550247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9" name="Oval 38">
            <a:extLst>
              <a:ext uri="{FF2B5EF4-FFF2-40B4-BE49-F238E27FC236}">
                <a16:creationId id="{22A522C5-F48C-A051-4589-26CED20D465B}"/>
              </a:ext>
            </a:extLst>
          </p:cNvPr>
          <p:cNvSpPr>
            <a:spLocks noChangeAspect="1"/>
          </p:cNvSpPr>
          <p:nvPr/>
        </p:nvSpPr>
        <p:spPr>
          <a:xfrm flipH="1">
            <a:off x="5115962" y="666229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2" name="Oval 41">
            <a:extLst>
              <a:ext uri="{FF2B5EF4-FFF2-40B4-BE49-F238E27FC236}">
                <a16:creationId id="{CAB2489A-6A37-C2F2-4732-907DF718C4DD}"/>
              </a:ext>
            </a:extLst>
          </p:cNvPr>
          <p:cNvSpPr>
            <a:spLocks noChangeAspect="1"/>
          </p:cNvSpPr>
          <p:nvPr/>
        </p:nvSpPr>
        <p:spPr>
          <a:xfrm flipH="1">
            <a:off x="2761911" y="399722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3" name="Oval 42">
            <a:extLst>
              <a:ext uri="{FF2B5EF4-FFF2-40B4-BE49-F238E27FC236}">
                <a16:creationId id="{A157FE0A-8240-2F98-32CA-9ECDC0CBC95B}"/>
              </a:ext>
            </a:extLst>
          </p:cNvPr>
          <p:cNvSpPr>
            <a:spLocks noChangeAspect="1"/>
          </p:cNvSpPr>
          <p:nvPr/>
        </p:nvSpPr>
        <p:spPr>
          <a:xfrm flipH="1">
            <a:off x="2868259" y="498704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" name="Oval 44">
            <a:extLst>
              <a:ext uri="{FF2B5EF4-FFF2-40B4-BE49-F238E27FC236}">
                <a16:creationId id="{C74F53D4-0FA9-CF57-DFD2-20623FD9949E}"/>
              </a:ext>
            </a:extLst>
          </p:cNvPr>
          <p:cNvSpPr>
            <a:spLocks noChangeAspect="1"/>
          </p:cNvSpPr>
          <p:nvPr/>
        </p:nvSpPr>
        <p:spPr>
          <a:xfrm flipH="1">
            <a:off x="3612695" y="377726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" name="Oval 45">
            <a:extLst>
              <a:ext uri="{FF2B5EF4-FFF2-40B4-BE49-F238E27FC236}">
                <a16:creationId id="{21EC5C79-4DFA-256D-EFE7-D609E1D48639}"/>
              </a:ext>
            </a:extLst>
          </p:cNvPr>
          <p:cNvSpPr>
            <a:spLocks noChangeAspect="1"/>
          </p:cNvSpPr>
          <p:nvPr/>
        </p:nvSpPr>
        <p:spPr>
          <a:xfrm flipH="1">
            <a:off x="1214104" y="566178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" name="Oval 46">
            <a:extLst>
              <a:ext uri="{FF2B5EF4-FFF2-40B4-BE49-F238E27FC236}">
                <a16:creationId id="{7E0139CF-F559-8557-336B-FEE687279A39}"/>
              </a:ext>
            </a:extLst>
          </p:cNvPr>
          <p:cNvSpPr>
            <a:spLocks noChangeAspect="1"/>
          </p:cNvSpPr>
          <p:nvPr/>
        </p:nvSpPr>
        <p:spPr>
          <a:xfrm flipH="1">
            <a:off x="4394777" y="598444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" name="Oval 47">
            <a:extLst>
              <a:ext uri="{FF2B5EF4-FFF2-40B4-BE49-F238E27FC236}">
                <a16:creationId id="{7B48F347-6D20-E1D7-964F-ECEB68D19F7C}"/>
              </a:ext>
            </a:extLst>
          </p:cNvPr>
          <p:cNvSpPr>
            <a:spLocks noChangeAspect="1"/>
          </p:cNvSpPr>
          <p:nvPr/>
        </p:nvSpPr>
        <p:spPr>
          <a:xfrm flipH="1">
            <a:off x="3931739" y="41072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" name="Oval 48">
            <a:extLst>
              <a:ext uri="{FF2B5EF4-FFF2-40B4-BE49-F238E27FC236}">
                <a16:creationId id="{61958C31-AB07-7FF4-1AC7-47EAE7D5C843}"/>
              </a:ext>
            </a:extLst>
          </p:cNvPr>
          <p:cNvSpPr>
            <a:spLocks noChangeAspect="1"/>
          </p:cNvSpPr>
          <p:nvPr/>
        </p:nvSpPr>
        <p:spPr>
          <a:xfrm flipH="1">
            <a:off x="4888870" y="342462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" name="Oval 49">
            <a:extLst>
              <a:ext uri="{FF2B5EF4-FFF2-40B4-BE49-F238E27FC236}">
                <a16:creationId id="{66CE8CE7-64E1-2150-A999-78B6149D73A7}"/>
              </a:ext>
            </a:extLst>
          </p:cNvPr>
          <p:cNvSpPr>
            <a:spLocks noChangeAspect="1"/>
          </p:cNvSpPr>
          <p:nvPr/>
        </p:nvSpPr>
        <p:spPr>
          <a:xfrm flipH="1">
            <a:off x="4144435" y="53169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1" name="Oval 50">
            <a:extLst>
              <a:ext uri="{FF2B5EF4-FFF2-40B4-BE49-F238E27FC236}">
                <a16:creationId id="{B0483DD2-691F-822D-7045-026BEEC09F6E}"/>
              </a:ext>
            </a:extLst>
          </p:cNvPr>
          <p:cNvSpPr>
            <a:spLocks noChangeAspect="1"/>
          </p:cNvSpPr>
          <p:nvPr/>
        </p:nvSpPr>
        <p:spPr>
          <a:xfrm flipH="1">
            <a:off x="4888871" y="421718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2" name="Oval 51">
            <a:extLst>
              <a:ext uri="{FF2B5EF4-FFF2-40B4-BE49-F238E27FC236}">
                <a16:creationId id="{B741E850-1025-E604-93AC-10E95D552FD3}"/>
              </a:ext>
            </a:extLst>
          </p:cNvPr>
          <p:cNvSpPr>
            <a:spLocks noChangeAspect="1"/>
          </p:cNvSpPr>
          <p:nvPr/>
        </p:nvSpPr>
        <p:spPr>
          <a:xfrm flipH="1">
            <a:off x="3758117" y="302144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" name="Oval 52">
            <a:extLst>
              <a:ext uri="{FF2B5EF4-FFF2-40B4-BE49-F238E27FC236}">
                <a16:creationId id="{98736734-495D-569F-44C4-A23F7B62B07C}"/>
              </a:ext>
            </a:extLst>
          </p:cNvPr>
          <p:cNvSpPr>
            <a:spLocks noChangeAspect="1"/>
          </p:cNvSpPr>
          <p:nvPr/>
        </p:nvSpPr>
        <p:spPr>
          <a:xfrm flipH="1">
            <a:off x="2537694" y="235639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4" name="Oval 53">
            <a:extLst>
              <a:ext uri="{FF2B5EF4-FFF2-40B4-BE49-F238E27FC236}">
                <a16:creationId id="{6EC44EBC-8A12-4C53-ADED-FDB9CE193179}"/>
              </a:ext>
            </a:extLst>
          </p:cNvPr>
          <p:cNvSpPr>
            <a:spLocks noChangeAspect="1"/>
          </p:cNvSpPr>
          <p:nvPr/>
        </p:nvSpPr>
        <p:spPr>
          <a:xfrm flipH="1">
            <a:off x="3447412" y="628967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5" name="Oval 54">
            <a:extLst>
              <a:ext uri="{FF2B5EF4-FFF2-40B4-BE49-F238E27FC236}">
                <a16:creationId id="{F18E188B-A66C-71A2-237D-67EF47FA4BFA}"/>
              </a:ext>
            </a:extLst>
          </p:cNvPr>
          <p:cNvSpPr>
            <a:spLocks noChangeAspect="1"/>
          </p:cNvSpPr>
          <p:nvPr/>
        </p:nvSpPr>
        <p:spPr>
          <a:xfrm flipH="1">
            <a:off x="5314263" y="482207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6" name="Oval 55">
            <a:extLst>
              <a:ext uri="{FF2B5EF4-FFF2-40B4-BE49-F238E27FC236}">
                <a16:creationId id="{BCC3D4A1-1650-67D4-1537-7B2436F19459}"/>
              </a:ext>
            </a:extLst>
          </p:cNvPr>
          <p:cNvSpPr>
            <a:spLocks noChangeAspect="1"/>
          </p:cNvSpPr>
          <p:nvPr/>
        </p:nvSpPr>
        <p:spPr>
          <a:xfrm flipH="1">
            <a:off x="5420611" y="56469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7" name="Oval 56">
            <a:extLst>
              <a:ext uri="{FF2B5EF4-FFF2-40B4-BE49-F238E27FC236}">
                <a16:creationId id="{6C2884EB-6CE4-0EED-4964-CEC87D820B67}"/>
              </a:ext>
            </a:extLst>
          </p:cNvPr>
          <p:cNvSpPr>
            <a:spLocks noChangeAspect="1"/>
          </p:cNvSpPr>
          <p:nvPr/>
        </p:nvSpPr>
        <p:spPr>
          <a:xfrm flipH="1">
            <a:off x="6632985" y="387209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" name="Oval 57">
            <a:extLst>
              <a:ext uri="{FF2B5EF4-FFF2-40B4-BE49-F238E27FC236}">
                <a16:creationId id="{F52C72D4-3D60-DA67-9663-F82CCE50FB1E}"/>
              </a:ext>
            </a:extLst>
          </p:cNvPr>
          <p:cNvSpPr>
            <a:spLocks noChangeAspect="1"/>
          </p:cNvSpPr>
          <p:nvPr/>
        </p:nvSpPr>
        <p:spPr>
          <a:xfrm flipH="1">
            <a:off x="5846002" y="414704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9" name="Oval 58">
            <a:extLst>
              <a:ext uri="{FF2B5EF4-FFF2-40B4-BE49-F238E27FC236}">
                <a16:creationId id="{3EA0784C-0899-9EC9-A8E9-489C34FBAB17}"/>
              </a:ext>
            </a:extLst>
          </p:cNvPr>
          <p:cNvSpPr>
            <a:spLocks noChangeAspect="1"/>
          </p:cNvSpPr>
          <p:nvPr/>
        </p:nvSpPr>
        <p:spPr>
          <a:xfrm flipH="1">
            <a:off x="6377743" y="570191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0" name="Oval 59">
            <a:extLst>
              <a:ext uri="{FF2B5EF4-FFF2-40B4-BE49-F238E27FC236}">
                <a16:creationId id="{A4989298-1608-5FDC-339B-3195F0DF3CAA}"/>
              </a:ext>
            </a:extLst>
          </p:cNvPr>
          <p:cNvSpPr>
            <a:spLocks noChangeAspect="1"/>
          </p:cNvSpPr>
          <p:nvPr/>
        </p:nvSpPr>
        <p:spPr>
          <a:xfrm flipH="1">
            <a:off x="6484091" y="487706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1" name="Oval 60">
            <a:extLst>
              <a:ext uri="{FF2B5EF4-FFF2-40B4-BE49-F238E27FC236}">
                <a16:creationId id="{FD01951C-362E-4F05-E22A-3939E5EBF7EA}"/>
              </a:ext>
            </a:extLst>
          </p:cNvPr>
          <p:cNvSpPr>
            <a:spLocks noChangeAspect="1"/>
          </p:cNvSpPr>
          <p:nvPr/>
        </p:nvSpPr>
        <p:spPr>
          <a:xfrm flipH="1">
            <a:off x="6578918" y="292661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2" name="Oval 61">
            <a:extLst>
              <a:ext uri="{FF2B5EF4-FFF2-40B4-BE49-F238E27FC236}">
                <a16:creationId id="{6BDAA7FD-5709-C938-FA6C-B24E5B70D874}"/>
              </a:ext>
            </a:extLst>
          </p:cNvPr>
          <p:cNvSpPr>
            <a:spLocks noChangeAspect="1"/>
          </p:cNvSpPr>
          <p:nvPr/>
        </p:nvSpPr>
        <p:spPr>
          <a:xfrm flipH="1">
            <a:off x="8457289" y="483751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3" name="Oval 62">
            <a:extLst>
              <a:ext uri="{FF2B5EF4-FFF2-40B4-BE49-F238E27FC236}">
                <a16:creationId id="{9B0A0D83-C071-C2D3-F4D3-8B64B492F4EB}"/>
              </a:ext>
            </a:extLst>
          </p:cNvPr>
          <p:cNvSpPr>
            <a:spLocks noChangeAspect="1"/>
          </p:cNvSpPr>
          <p:nvPr/>
        </p:nvSpPr>
        <p:spPr>
          <a:xfrm flipH="1">
            <a:off x="7441223" y="493205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48" name="Oval 447">
            <a:extLst>
              <a:ext uri="{FF2B5EF4-FFF2-40B4-BE49-F238E27FC236}">
                <a16:creationId id="{6DDFE47D-8C4D-9B62-CD1E-B57BA1FABE75}"/>
              </a:ext>
            </a:extLst>
          </p:cNvPr>
          <p:cNvSpPr>
            <a:spLocks noChangeAspect="1"/>
          </p:cNvSpPr>
          <p:nvPr/>
        </p:nvSpPr>
        <p:spPr>
          <a:xfrm flipH="1">
            <a:off x="7547571" y="57569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49" name="Oval 448">
            <a:extLst>
              <a:ext uri="{FF2B5EF4-FFF2-40B4-BE49-F238E27FC236}">
                <a16:creationId id="{A7C9867B-5595-B159-60C6-195BC88C856A}"/>
              </a:ext>
            </a:extLst>
          </p:cNvPr>
          <p:cNvSpPr>
            <a:spLocks noChangeAspect="1"/>
          </p:cNvSpPr>
          <p:nvPr/>
        </p:nvSpPr>
        <p:spPr>
          <a:xfrm flipH="1">
            <a:off x="5752679" y="93280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0" name="Oval 449">
            <a:extLst>
              <a:ext uri="{FF2B5EF4-FFF2-40B4-BE49-F238E27FC236}">
                <a16:creationId id="{328530C3-3685-7F6E-4943-DAE7877BDCB7}"/>
              </a:ext>
            </a:extLst>
          </p:cNvPr>
          <p:cNvSpPr>
            <a:spLocks noChangeAspect="1"/>
          </p:cNvSpPr>
          <p:nvPr/>
        </p:nvSpPr>
        <p:spPr>
          <a:xfrm flipH="1">
            <a:off x="6395388" y="64167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1" name="Oval 450">
            <a:extLst>
              <a:ext uri="{FF2B5EF4-FFF2-40B4-BE49-F238E27FC236}">
                <a16:creationId id="{70B7278D-FE24-324B-192A-4BA189641F45}"/>
              </a:ext>
            </a:extLst>
          </p:cNvPr>
          <p:cNvSpPr>
            <a:spLocks noChangeAspect="1"/>
          </p:cNvSpPr>
          <p:nvPr/>
        </p:nvSpPr>
        <p:spPr>
          <a:xfrm flipH="1">
            <a:off x="7698211" y="73557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2" name="Oval 451">
            <a:extLst>
              <a:ext uri="{FF2B5EF4-FFF2-40B4-BE49-F238E27FC236}">
                <a16:creationId id="{1A870347-1287-2A0F-1EE7-E128C2688247}"/>
              </a:ext>
            </a:extLst>
          </p:cNvPr>
          <p:cNvSpPr>
            <a:spLocks noChangeAspect="1"/>
          </p:cNvSpPr>
          <p:nvPr/>
        </p:nvSpPr>
        <p:spPr>
          <a:xfrm flipH="1">
            <a:off x="7972963" y="614183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3" name="Oval 452">
            <a:extLst>
              <a:ext uri="{FF2B5EF4-FFF2-40B4-BE49-F238E27FC236}">
                <a16:creationId id="{74010EB1-2B40-97B6-4C85-C1B015063F99}"/>
              </a:ext>
            </a:extLst>
          </p:cNvPr>
          <p:cNvSpPr>
            <a:spLocks noChangeAspect="1"/>
          </p:cNvSpPr>
          <p:nvPr/>
        </p:nvSpPr>
        <p:spPr>
          <a:xfrm flipH="1">
            <a:off x="8717399" y="52619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4" name="Oval 453">
            <a:extLst>
              <a:ext uri="{FF2B5EF4-FFF2-40B4-BE49-F238E27FC236}">
                <a16:creationId id="{4226885D-96E2-28FC-6672-29481A0CD763}"/>
              </a:ext>
            </a:extLst>
          </p:cNvPr>
          <p:cNvSpPr>
            <a:spLocks noChangeAspect="1"/>
          </p:cNvSpPr>
          <p:nvPr/>
        </p:nvSpPr>
        <p:spPr>
          <a:xfrm flipH="1">
            <a:off x="8823747" y="603185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5" name="Oval 454">
            <a:extLst>
              <a:ext uri="{FF2B5EF4-FFF2-40B4-BE49-F238E27FC236}">
                <a16:creationId id="{56938B46-114A-A50E-7C53-FEE458646B5C}"/>
              </a:ext>
            </a:extLst>
          </p:cNvPr>
          <p:cNvSpPr>
            <a:spLocks noChangeAspect="1"/>
          </p:cNvSpPr>
          <p:nvPr/>
        </p:nvSpPr>
        <p:spPr>
          <a:xfrm flipH="1">
            <a:off x="8829193" y="65628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6" name="Oval 455">
            <a:extLst>
              <a:ext uri="{FF2B5EF4-FFF2-40B4-BE49-F238E27FC236}">
                <a16:creationId id="{879DAF0D-9ED8-8FC2-FADB-FE77598F8D1D}"/>
              </a:ext>
            </a:extLst>
          </p:cNvPr>
          <p:cNvSpPr>
            <a:spLocks noChangeAspect="1"/>
          </p:cNvSpPr>
          <p:nvPr/>
        </p:nvSpPr>
        <p:spPr>
          <a:xfrm flipH="1">
            <a:off x="6070220" y="345457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7" name="Oval 456">
            <a:extLst>
              <a:ext uri="{FF2B5EF4-FFF2-40B4-BE49-F238E27FC236}">
                <a16:creationId id="{2596FD18-EB81-5BDE-DE19-E961DE2CF2C7}"/>
              </a:ext>
            </a:extLst>
          </p:cNvPr>
          <p:cNvSpPr>
            <a:spLocks noChangeAspect="1"/>
          </p:cNvSpPr>
          <p:nvPr/>
        </p:nvSpPr>
        <p:spPr>
          <a:xfrm flipH="1">
            <a:off x="9299213" y="478108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8" name="Oval 457">
            <a:extLst>
              <a:ext uri="{FF2B5EF4-FFF2-40B4-BE49-F238E27FC236}">
                <a16:creationId id="{17367C63-319D-5555-999A-B34DCCDF7181}"/>
              </a:ext>
            </a:extLst>
          </p:cNvPr>
          <p:cNvSpPr>
            <a:spLocks noChangeAspect="1"/>
          </p:cNvSpPr>
          <p:nvPr/>
        </p:nvSpPr>
        <p:spPr>
          <a:xfrm flipH="1">
            <a:off x="9249139" y="63068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59" name="Oval 458">
            <a:extLst>
              <a:ext uri="{FF2B5EF4-FFF2-40B4-BE49-F238E27FC236}">
                <a16:creationId id="{687C4F25-03C3-ED19-A90D-2333B8974D6B}"/>
              </a:ext>
            </a:extLst>
          </p:cNvPr>
          <p:cNvSpPr>
            <a:spLocks noChangeAspect="1"/>
          </p:cNvSpPr>
          <p:nvPr/>
        </p:nvSpPr>
        <p:spPr>
          <a:xfrm flipH="1">
            <a:off x="9993575" y="559193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0" name="Oval 459">
            <a:extLst>
              <a:ext uri="{FF2B5EF4-FFF2-40B4-BE49-F238E27FC236}">
                <a16:creationId id="{93B3983B-C478-C6F6-D29F-94EC24BAE06F}"/>
              </a:ext>
            </a:extLst>
          </p:cNvPr>
          <p:cNvSpPr>
            <a:spLocks noChangeAspect="1"/>
          </p:cNvSpPr>
          <p:nvPr/>
        </p:nvSpPr>
        <p:spPr>
          <a:xfrm flipH="1">
            <a:off x="10459531" y="541181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1" name="Oval 460">
            <a:extLst>
              <a:ext uri="{FF2B5EF4-FFF2-40B4-BE49-F238E27FC236}">
                <a16:creationId id="{466B9CF5-7F6C-D13C-2416-3005AFD1014B}"/>
              </a:ext>
            </a:extLst>
          </p:cNvPr>
          <p:cNvSpPr>
            <a:spLocks noChangeAspect="1"/>
          </p:cNvSpPr>
          <p:nvPr/>
        </p:nvSpPr>
        <p:spPr>
          <a:xfrm flipH="1">
            <a:off x="10409301" y="662892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2" name="Oval 461">
            <a:extLst>
              <a:ext uri="{FF2B5EF4-FFF2-40B4-BE49-F238E27FC236}">
                <a16:creationId id="{E6F94DBE-50A8-B107-4AD7-ACCB4B6C494C}"/>
              </a:ext>
            </a:extLst>
          </p:cNvPr>
          <p:cNvSpPr>
            <a:spLocks noChangeAspect="1"/>
          </p:cNvSpPr>
          <p:nvPr/>
        </p:nvSpPr>
        <p:spPr>
          <a:xfrm flipH="1">
            <a:off x="11453636" y="526439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3" name="Oval 462">
            <a:extLst>
              <a:ext uri="{FF2B5EF4-FFF2-40B4-BE49-F238E27FC236}">
                <a16:creationId id="{0AE49086-CD31-7D8A-B5B9-8133A019C767}"/>
              </a:ext>
            </a:extLst>
          </p:cNvPr>
          <p:cNvSpPr>
            <a:spLocks noChangeAspect="1"/>
          </p:cNvSpPr>
          <p:nvPr/>
        </p:nvSpPr>
        <p:spPr>
          <a:xfrm flipH="1">
            <a:off x="11191868" y="628967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4" name="Oval 463">
            <a:extLst>
              <a:ext uri="{FF2B5EF4-FFF2-40B4-BE49-F238E27FC236}">
                <a16:creationId id="{2EAC0EF1-D676-FE48-A3D5-30E5F2896FDD}"/>
              </a:ext>
            </a:extLst>
          </p:cNvPr>
          <p:cNvSpPr>
            <a:spLocks noChangeAspect="1"/>
          </p:cNvSpPr>
          <p:nvPr/>
        </p:nvSpPr>
        <p:spPr>
          <a:xfrm flipH="1">
            <a:off x="11801455" y="64167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5" name="Oval 464">
            <a:extLst>
              <a:ext uri="{FF2B5EF4-FFF2-40B4-BE49-F238E27FC236}">
                <a16:creationId id="{6724FEDF-EF4B-DB8D-372A-6423583D4B95}"/>
              </a:ext>
            </a:extLst>
          </p:cNvPr>
          <p:cNvSpPr>
            <a:spLocks noChangeAspect="1"/>
          </p:cNvSpPr>
          <p:nvPr/>
        </p:nvSpPr>
        <p:spPr>
          <a:xfrm flipH="1">
            <a:off x="422255" y="83040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6" name="Oval 465">
            <a:extLst>
              <a:ext uri="{FF2B5EF4-FFF2-40B4-BE49-F238E27FC236}">
                <a16:creationId id="{E7B087AD-CF17-3F57-9B16-8F89AE683308}"/>
              </a:ext>
            </a:extLst>
          </p:cNvPr>
          <p:cNvSpPr>
            <a:spLocks noChangeAspect="1"/>
          </p:cNvSpPr>
          <p:nvPr/>
        </p:nvSpPr>
        <p:spPr>
          <a:xfrm flipH="1">
            <a:off x="1970061" y="212604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7" name="Oval 466">
            <a:extLst>
              <a:ext uri="{FF2B5EF4-FFF2-40B4-BE49-F238E27FC236}">
                <a16:creationId id="{30959413-A46D-3753-6C99-06BE74C799BF}"/>
              </a:ext>
            </a:extLst>
          </p:cNvPr>
          <p:cNvSpPr>
            <a:spLocks noChangeAspect="1"/>
          </p:cNvSpPr>
          <p:nvPr/>
        </p:nvSpPr>
        <p:spPr>
          <a:xfrm flipH="1">
            <a:off x="2320239" y="661221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68" name="Oval 467">
            <a:extLst>
              <a:ext uri="{FF2B5EF4-FFF2-40B4-BE49-F238E27FC236}">
                <a16:creationId id="{285E4D49-4460-E080-392E-276D031C98D4}"/>
              </a:ext>
            </a:extLst>
          </p:cNvPr>
          <p:cNvSpPr>
            <a:spLocks noChangeAspect="1"/>
          </p:cNvSpPr>
          <p:nvPr/>
        </p:nvSpPr>
        <p:spPr>
          <a:xfrm flipH="1">
            <a:off x="2017475" y="88539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69" name="Oval 468">
            <a:extLst>
              <a:ext uri="{FF2B5EF4-FFF2-40B4-BE49-F238E27FC236}">
                <a16:creationId id="{32282CB6-C855-D14E-7410-6A572FCA5389}"/>
              </a:ext>
            </a:extLst>
          </p:cNvPr>
          <p:cNvSpPr>
            <a:spLocks noChangeAspect="1"/>
          </p:cNvSpPr>
          <p:nvPr/>
        </p:nvSpPr>
        <p:spPr>
          <a:xfrm flipH="1">
            <a:off x="599058" y="646970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0" name="Oval 469">
            <a:extLst>
              <a:ext uri="{FF2B5EF4-FFF2-40B4-BE49-F238E27FC236}">
                <a16:creationId id="{A0B627E7-F2CF-3375-7924-341983DA92AD}"/>
              </a:ext>
            </a:extLst>
          </p:cNvPr>
          <p:cNvSpPr>
            <a:spLocks noChangeAspect="1"/>
          </p:cNvSpPr>
          <p:nvPr/>
        </p:nvSpPr>
        <p:spPr>
          <a:xfrm flipH="1">
            <a:off x="2230171" y="13577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1" name="Oval 470">
            <a:extLst>
              <a:ext uri="{FF2B5EF4-FFF2-40B4-BE49-F238E27FC236}">
                <a16:creationId id="{76EFA842-64E2-8B2F-D104-E5C8466E3136}"/>
              </a:ext>
            </a:extLst>
          </p:cNvPr>
          <p:cNvSpPr>
            <a:spLocks noChangeAspect="1"/>
          </p:cNvSpPr>
          <p:nvPr/>
        </p:nvSpPr>
        <p:spPr>
          <a:xfrm flipH="1">
            <a:off x="2974607" y="94038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2" name="Oval 471">
            <a:extLst>
              <a:ext uri="{FF2B5EF4-FFF2-40B4-BE49-F238E27FC236}">
                <a16:creationId id="{3F09D150-2AFC-36FD-DDC8-6593B2DDDACE}"/>
              </a:ext>
            </a:extLst>
          </p:cNvPr>
          <p:cNvSpPr>
            <a:spLocks noChangeAspect="1"/>
          </p:cNvSpPr>
          <p:nvPr/>
        </p:nvSpPr>
        <p:spPr>
          <a:xfrm flipH="1">
            <a:off x="2537693" y="16385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3" name="Oval 472">
            <a:extLst>
              <a:ext uri="{FF2B5EF4-FFF2-40B4-BE49-F238E27FC236}">
                <a16:creationId id="{D779BEC1-BD7C-2305-B35C-05BD699F3A6B}"/>
              </a:ext>
            </a:extLst>
          </p:cNvPr>
          <p:cNvSpPr>
            <a:spLocks noChangeAspect="1"/>
          </p:cNvSpPr>
          <p:nvPr/>
        </p:nvSpPr>
        <p:spPr>
          <a:xfrm flipH="1">
            <a:off x="3187303" y="14126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4" name="Oval 473">
            <a:extLst>
              <a:ext uri="{FF2B5EF4-FFF2-40B4-BE49-F238E27FC236}">
                <a16:creationId id="{4E4FAE52-F134-8969-76A6-A85C1CD07C85}"/>
              </a:ext>
            </a:extLst>
          </p:cNvPr>
          <p:cNvSpPr>
            <a:spLocks noChangeAspect="1"/>
          </p:cNvSpPr>
          <p:nvPr/>
        </p:nvSpPr>
        <p:spPr>
          <a:xfrm flipH="1">
            <a:off x="1540190" y="661024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5" name="Oval 474">
            <a:extLst>
              <a:ext uri="{FF2B5EF4-FFF2-40B4-BE49-F238E27FC236}">
                <a16:creationId id="{8CD9D628-8C3D-C201-E381-565EDD101F90}"/>
              </a:ext>
            </a:extLst>
          </p:cNvPr>
          <p:cNvSpPr>
            <a:spLocks noChangeAspect="1"/>
          </p:cNvSpPr>
          <p:nvPr/>
        </p:nvSpPr>
        <p:spPr>
          <a:xfrm flipH="1">
            <a:off x="3758116" y="131029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6" name="Oval 475">
            <a:extLst>
              <a:ext uri="{FF2B5EF4-FFF2-40B4-BE49-F238E27FC236}">
                <a16:creationId id="{F69EFF91-0FF5-9682-78B9-7B21BED5CB25}"/>
              </a:ext>
            </a:extLst>
          </p:cNvPr>
          <p:cNvSpPr>
            <a:spLocks noChangeAspect="1"/>
          </p:cNvSpPr>
          <p:nvPr/>
        </p:nvSpPr>
        <p:spPr>
          <a:xfrm flipH="1">
            <a:off x="3399999" y="23475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7" name="Oval 476">
            <a:extLst>
              <a:ext uri="{FF2B5EF4-FFF2-40B4-BE49-F238E27FC236}">
                <a16:creationId id="{C9851E17-BE2C-FB8D-5DE7-F5173F4F3728}"/>
              </a:ext>
            </a:extLst>
          </p:cNvPr>
          <p:cNvSpPr>
            <a:spLocks noChangeAspect="1"/>
          </p:cNvSpPr>
          <p:nvPr/>
        </p:nvSpPr>
        <p:spPr>
          <a:xfrm flipH="1">
            <a:off x="4250783" y="80780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78" name="Oval 477">
            <a:extLst>
              <a:ext uri="{FF2B5EF4-FFF2-40B4-BE49-F238E27FC236}">
                <a16:creationId id="{242F3407-3FFD-7C3B-302B-9D06A9274D51}"/>
              </a:ext>
            </a:extLst>
          </p:cNvPr>
          <p:cNvSpPr>
            <a:spLocks noChangeAspect="1"/>
          </p:cNvSpPr>
          <p:nvPr/>
        </p:nvSpPr>
        <p:spPr>
          <a:xfrm flipH="1">
            <a:off x="4357131" y="14676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79" name="Oval 478">
            <a:extLst>
              <a:ext uri="{FF2B5EF4-FFF2-40B4-BE49-F238E27FC236}">
                <a16:creationId id="{0AA0A5A5-350F-C64A-95F3-F691B896D4B1}"/>
              </a:ext>
            </a:extLst>
          </p:cNvPr>
          <p:cNvSpPr>
            <a:spLocks noChangeAspect="1"/>
          </p:cNvSpPr>
          <p:nvPr/>
        </p:nvSpPr>
        <p:spPr>
          <a:xfrm flipH="1">
            <a:off x="4023515" y="218710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0" name="Oval 479">
            <a:extLst>
              <a:ext uri="{FF2B5EF4-FFF2-40B4-BE49-F238E27FC236}">
                <a16:creationId id="{A7302C2A-ACF3-F8FD-A0B8-16ACDE2D07EC}"/>
              </a:ext>
            </a:extLst>
          </p:cNvPr>
          <p:cNvSpPr>
            <a:spLocks noChangeAspect="1"/>
          </p:cNvSpPr>
          <p:nvPr/>
        </p:nvSpPr>
        <p:spPr>
          <a:xfrm flipH="1">
            <a:off x="4676175" y="96964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1" name="Oval 480">
            <a:extLst>
              <a:ext uri="{FF2B5EF4-FFF2-40B4-BE49-F238E27FC236}">
                <a16:creationId id="{CA947453-CF8A-67EA-051C-3A942EFA8508}"/>
              </a:ext>
            </a:extLst>
          </p:cNvPr>
          <p:cNvSpPr>
            <a:spLocks noChangeAspect="1"/>
          </p:cNvSpPr>
          <p:nvPr/>
        </p:nvSpPr>
        <p:spPr>
          <a:xfrm flipH="1">
            <a:off x="4676175" y="119273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2" name="Oval 481">
            <a:extLst>
              <a:ext uri="{FF2B5EF4-FFF2-40B4-BE49-F238E27FC236}">
                <a16:creationId id="{B1216AE2-DCB4-D2A3-3994-A7991560174B}"/>
              </a:ext>
            </a:extLst>
          </p:cNvPr>
          <p:cNvSpPr>
            <a:spLocks noChangeAspect="1"/>
          </p:cNvSpPr>
          <p:nvPr/>
        </p:nvSpPr>
        <p:spPr>
          <a:xfrm flipH="1">
            <a:off x="4782523" y="20175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3" name="Oval 482">
            <a:extLst>
              <a:ext uri="{FF2B5EF4-FFF2-40B4-BE49-F238E27FC236}">
                <a16:creationId id="{71791FE0-7F2F-6CFA-63BE-86E2C0AEACA7}"/>
              </a:ext>
            </a:extLst>
          </p:cNvPr>
          <p:cNvSpPr>
            <a:spLocks noChangeAspect="1"/>
          </p:cNvSpPr>
          <p:nvPr/>
        </p:nvSpPr>
        <p:spPr>
          <a:xfrm flipH="1">
            <a:off x="5216058" y="151510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4" name="Oval 483">
            <a:extLst>
              <a:ext uri="{FF2B5EF4-FFF2-40B4-BE49-F238E27FC236}">
                <a16:creationId id="{81C57518-E01C-6B23-980E-EF692FD26C0C}"/>
              </a:ext>
            </a:extLst>
          </p:cNvPr>
          <p:cNvSpPr>
            <a:spLocks noChangeAspect="1"/>
          </p:cNvSpPr>
          <p:nvPr/>
        </p:nvSpPr>
        <p:spPr>
          <a:xfrm flipH="1">
            <a:off x="5633307" y="17976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5" name="Oval 484">
            <a:extLst>
              <a:ext uri="{FF2B5EF4-FFF2-40B4-BE49-F238E27FC236}">
                <a16:creationId id="{F5F90901-3738-CDF9-5E2C-CD49051C9BAE}"/>
              </a:ext>
            </a:extLst>
          </p:cNvPr>
          <p:cNvSpPr>
            <a:spLocks noChangeAspect="1"/>
          </p:cNvSpPr>
          <p:nvPr/>
        </p:nvSpPr>
        <p:spPr>
          <a:xfrm flipH="1">
            <a:off x="7594984" y="385887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86" name="Oval 485">
            <a:extLst>
              <a:ext uri="{FF2B5EF4-FFF2-40B4-BE49-F238E27FC236}">
                <a16:creationId id="{F9FB75AE-7B8B-5EC3-1926-2A9BAC3DC47C}"/>
              </a:ext>
            </a:extLst>
          </p:cNvPr>
          <p:cNvSpPr>
            <a:spLocks noChangeAspect="1"/>
          </p:cNvSpPr>
          <p:nvPr/>
        </p:nvSpPr>
        <p:spPr>
          <a:xfrm flipH="1">
            <a:off x="5846003" y="12477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7" name="Oval 496">
            <a:extLst>
              <a:ext uri="{FF2B5EF4-FFF2-40B4-BE49-F238E27FC236}">
                <a16:creationId id="{3DA9CC5C-AE39-119B-1106-F3E8B3FF54B9}"/>
              </a:ext>
            </a:extLst>
          </p:cNvPr>
          <p:cNvSpPr>
            <a:spLocks noChangeAspect="1"/>
          </p:cNvSpPr>
          <p:nvPr/>
        </p:nvSpPr>
        <p:spPr>
          <a:xfrm flipH="1">
            <a:off x="6680399" y="184025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0" name="Oval 499">
            <a:extLst>
              <a:ext uri="{FF2B5EF4-FFF2-40B4-BE49-F238E27FC236}">
                <a16:creationId id="{BAEACD2C-E384-5606-BD91-080F263D5212}"/>
              </a:ext>
            </a:extLst>
          </p:cNvPr>
          <p:cNvSpPr>
            <a:spLocks noChangeAspect="1"/>
          </p:cNvSpPr>
          <p:nvPr/>
        </p:nvSpPr>
        <p:spPr>
          <a:xfrm flipH="1">
            <a:off x="6058699" y="23475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01" name="Oval 500">
            <a:extLst>
              <a:ext uri="{FF2B5EF4-FFF2-40B4-BE49-F238E27FC236}">
                <a16:creationId id="{6C2E3DBC-725E-21F4-7471-7AA0B8593920}"/>
              </a:ext>
            </a:extLst>
          </p:cNvPr>
          <p:cNvSpPr>
            <a:spLocks noChangeAspect="1"/>
          </p:cNvSpPr>
          <p:nvPr/>
        </p:nvSpPr>
        <p:spPr>
          <a:xfrm flipH="1">
            <a:off x="6803135" y="130271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11" name="Oval 510">
            <a:extLst>
              <a:ext uri="{FF2B5EF4-FFF2-40B4-BE49-F238E27FC236}">
                <a16:creationId id="{A1C739E2-6200-D2FC-8909-2DE56743D61F}"/>
              </a:ext>
            </a:extLst>
          </p:cNvPr>
          <p:cNvSpPr>
            <a:spLocks noChangeAspect="1"/>
          </p:cNvSpPr>
          <p:nvPr/>
        </p:nvSpPr>
        <p:spPr>
          <a:xfrm flipH="1">
            <a:off x="6909483" y="212756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896" name="Oval 895">
            <a:extLst>
              <a:ext uri="{FF2B5EF4-FFF2-40B4-BE49-F238E27FC236}">
                <a16:creationId id="{B21B2861-969C-04F5-ED6D-04C18AAEB863}"/>
              </a:ext>
            </a:extLst>
          </p:cNvPr>
          <p:cNvSpPr>
            <a:spLocks noChangeAspect="1"/>
          </p:cNvSpPr>
          <p:nvPr/>
        </p:nvSpPr>
        <p:spPr>
          <a:xfrm flipH="1">
            <a:off x="7121230" y="667633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897" name="Oval 896">
            <a:extLst>
              <a:ext uri="{FF2B5EF4-FFF2-40B4-BE49-F238E27FC236}">
                <a16:creationId id="{68995ADF-8FAA-04BA-F27B-2A4114350BB0}"/>
              </a:ext>
            </a:extLst>
          </p:cNvPr>
          <p:cNvSpPr>
            <a:spLocks noChangeAspect="1"/>
          </p:cNvSpPr>
          <p:nvPr/>
        </p:nvSpPr>
        <p:spPr>
          <a:xfrm flipH="1">
            <a:off x="7122179" y="157766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898" name="Oval 897">
            <a:extLst>
              <a:ext uri="{FF2B5EF4-FFF2-40B4-BE49-F238E27FC236}">
                <a16:creationId id="{4C828DA3-D8BA-E4FE-E8DE-C9F93910D0C0}"/>
              </a:ext>
            </a:extLst>
          </p:cNvPr>
          <p:cNvSpPr>
            <a:spLocks noChangeAspect="1"/>
          </p:cNvSpPr>
          <p:nvPr/>
        </p:nvSpPr>
        <p:spPr>
          <a:xfrm flipH="1">
            <a:off x="6675035" y="104474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899" name="Oval 898">
            <a:extLst>
              <a:ext uri="{FF2B5EF4-FFF2-40B4-BE49-F238E27FC236}">
                <a16:creationId id="{2037E916-2FE2-63F0-DBCA-43B83AB172F4}"/>
              </a:ext>
            </a:extLst>
          </p:cNvPr>
          <p:cNvSpPr>
            <a:spLocks noChangeAspect="1"/>
          </p:cNvSpPr>
          <p:nvPr/>
        </p:nvSpPr>
        <p:spPr>
          <a:xfrm flipH="1">
            <a:off x="7334875" y="273245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0" name="Oval 899">
            <a:extLst>
              <a:ext uri="{FF2B5EF4-FFF2-40B4-BE49-F238E27FC236}">
                <a16:creationId id="{048222F0-00CA-7ECC-C9A1-0B25786D58E2}"/>
              </a:ext>
            </a:extLst>
          </p:cNvPr>
          <p:cNvSpPr>
            <a:spLocks noChangeAspect="1"/>
          </p:cNvSpPr>
          <p:nvPr/>
        </p:nvSpPr>
        <p:spPr>
          <a:xfrm flipH="1">
            <a:off x="8079311" y="163265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1" name="Oval 900">
            <a:extLst>
              <a:ext uri="{FF2B5EF4-FFF2-40B4-BE49-F238E27FC236}">
                <a16:creationId id="{7CFD88BD-E337-961D-BEDF-50F2BA183C6D}"/>
              </a:ext>
            </a:extLst>
          </p:cNvPr>
          <p:cNvSpPr>
            <a:spLocks noChangeAspect="1"/>
          </p:cNvSpPr>
          <p:nvPr/>
        </p:nvSpPr>
        <p:spPr>
          <a:xfrm flipH="1">
            <a:off x="7727453" y="104292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2" name="Oval 901">
            <a:extLst>
              <a:ext uri="{FF2B5EF4-FFF2-40B4-BE49-F238E27FC236}">
                <a16:creationId id="{C2D21BB3-DDFF-C15A-E016-123D9C8FB6FD}"/>
              </a:ext>
            </a:extLst>
          </p:cNvPr>
          <p:cNvSpPr>
            <a:spLocks noChangeAspect="1"/>
          </p:cNvSpPr>
          <p:nvPr/>
        </p:nvSpPr>
        <p:spPr>
          <a:xfrm flipH="1">
            <a:off x="10361887" y="482965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3" name="Oval 902">
            <a:extLst>
              <a:ext uri="{FF2B5EF4-FFF2-40B4-BE49-F238E27FC236}">
                <a16:creationId id="{51487843-106B-24E6-23DB-7B37EB4010E6}"/>
              </a:ext>
            </a:extLst>
          </p:cNvPr>
          <p:cNvSpPr>
            <a:spLocks noChangeAspect="1"/>
          </p:cNvSpPr>
          <p:nvPr/>
        </p:nvSpPr>
        <p:spPr>
          <a:xfrm flipH="1">
            <a:off x="8871160" y="140143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4" name="Oval 903">
            <a:extLst>
              <a:ext uri="{FF2B5EF4-FFF2-40B4-BE49-F238E27FC236}">
                <a16:creationId id="{84E82E94-C9EC-265A-2BA5-45CC94381202}"/>
              </a:ext>
            </a:extLst>
          </p:cNvPr>
          <p:cNvSpPr>
            <a:spLocks noChangeAspect="1"/>
          </p:cNvSpPr>
          <p:nvPr/>
        </p:nvSpPr>
        <p:spPr>
          <a:xfrm flipH="1">
            <a:off x="8504703" y="218255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5" name="Oval 904">
            <a:extLst>
              <a:ext uri="{FF2B5EF4-FFF2-40B4-BE49-F238E27FC236}">
                <a16:creationId id="{E84F6BB8-7DBE-02C0-25EB-7C84FF3C6E11}"/>
              </a:ext>
            </a:extLst>
          </p:cNvPr>
          <p:cNvSpPr>
            <a:spLocks noChangeAspect="1"/>
          </p:cNvSpPr>
          <p:nvPr/>
        </p:nvSpPr>
        <p:spPr>
          <a:xfrm flipH="1">
            <a:off x="8611051" y="317237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6" name="Oval 905">
            <a:extLst>
              <a:ext uri="{FF2B5EF4-FFF2-40B4-BE49-F238E27FC236}">
                <a16:creationId id="{B97538D0-EE71-665A-21D2-9027C954498E}"/>
              </a:ext>
            </a:extLst>
          </p:cNvPr>
          <p:cNvSpPr>
            <a:spLocks noChangeAspect="1"/>
          </p:cNvSpPr>
          <p:nvPr/>
        </p:nvSpPr>
        <p:spPr>
          <a:xfrm flipH="1">
            <a:off x="9355487" y="19625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7" name="Oval 906">
            <a:extLst>
              <a:ext uri="{FF2B5EF4-FFF2-40B4-BE49-F238E27FC236}">
                <a16:creationId id="{4D09B536-FC2D-F440-C7E6-1F867797332C}"/>
              </a:ext>
            </a:extLst>
          </p:cNvPr>
          <p:cNvSpPr>
            <a:spLocks noChangeAspect="1"/>
          </p:cNvSpPr>
          <p:nvPr/>
        </p:nvSpPr>
        <p:spPr>
          <a:xfrm flipH="1">
            <a:off x="11104468" y="84555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08" name="Oval 907">
            <a:extLst>
              <a:ext uri="{FF2B5EF4-FFF2-40B4-BE49-F238E27FC236}">
                <a16:creationId id="{73616F48-AED6-1D0E-B9CD-71D6E34E6544}"/>
              </a:ext>
            </a:extLst>
          </p:cNvPr>
          <p:cNvSpPr>
            <a:spLocks noChangeAspect="1"/>
          </p:cNvSpPr>
          <p:nvPr/>
        </p:nvSpPr>
        <p:spPr>
          <a:xfrm flipH="1">
            <a:off x="9568183" y="328235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9" name="Oval 908">
            <a:extLst>
              <a:ext uri="{FF2B5EF4-FFF2-40B4-BE49-F238E27FC236}">
                <a16:creationId id="{47D6ED10-FA1F-B700-A1E8-4164F136522F}"/>
              </a:ext>
            </a:extLst>
          </p:cNvPr>
          <p:cNvSpPr>
            <a:spLocks noChangeAspect="1"/>
          </p:cNvSpPr>
          <p:nvPr/>
        </p:nvSpPr>
        <p:spPr>
          <a:xfrm flipH="1">
            <a:off x="9627116" y="131981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0" name="Oval 909">
            <a:extLst>
              <a:ext uri="{FF2B5EF4-FFF2-40B4-BE49-F238E27FC236}">
                <a16:creationId id="{CEC82646-6806-3D9D-6A63-CDE6E8C8AECC}"/>
              </a:ext>
            </a:extLst>
          </p:cNvPr>
          <p:cNvSpPr>
            <a:spLocks noChangeAspect="1"/>
          </p:cNvSpPr>
          <p:nvPr/>
        </p:nvSpPr>
        <p:spPr>
          <a:xfrm flipH="1">
            <a:off x="10395446" y="176225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1" name="Oval 910">
            <a:extLst>
              <a:ext uri="{FF2B5EF4-FFF2-40B4-BE49-F238E27FC236}">
                <a16:creationId id="{6C922424-8C31-B2E9-EEBC-65AD881FFE90}"/>
              </a:ext>
            </a:extLst>
          </p:cNvPr>
          <p:cNvSpPr>
            <a:spLocks noChangeAspect="1"/>
          </p:cNvSpPr>
          <p:nvPr/>
        </p:nvSpPr>
        <p:spPr>
          <a:xfrm flipH="1">
            <a:off x="9887227" y="361229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2" name="Oval 911">
            <a:extLst>
              <a:ext uri="{FF2B5EF4-FFF2-40B4-BE49-F238E27FC236}">
                <a16:creationId id="{2F4CFFBC-EB6E-B773-0623-DA333954B3E2}"/>
              </a:ext>
            </a:extLst>
          </p:cNvPr>
          <p:cNvSpPr>
            <a:spLocks noChangeAspect="1"/>
          </p:cNvSpPr>
          <p:nvPr/>
        </p:nvSpPr>
        <p:spPr>
          <a:xfrm flipH="1">
            <a:off x="10217792" y="82296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4" name="Oval 913">
            <a:extLst>
              <a:ext uri="{FF2B5EF4-FFF2-40B4-BE49-F238E27FC236}">
                <a16:creationId id="{FA225EF0-4329-92CB-C123-CD932C0DDDD0}"/>
              </a:ext>
            </a:extLst>
          </p:cNvPr>
          <p:cNvSpPr>
            <a:spLocks noChangeAspect="1"/>
          </p:cNvSpPr>
          <p:nvPr/>
        </p:nvSpPr>
        <p:spPr>
          <a:xfrm flipH="1">
            <a:off x="5025073" y="291258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5" name="Oval 914">
            <a:extLst>
              <a:ext uri="{FF2B5EF4-FFF2-40B4-BE49-F238E27FC236}">
                <a16:creationId id="{F05B5B4A-0E6F-AAE3-F46D-E843478D8E2F}"/>
              </a:ext>
            </a:extLst>
          </p:cNvPr>
          <p:cNvSpPr>
            <a:spLocks noChangeAspect="1"/>
          </p:cNvSpPr>
          <p:nvPr/>
        </p:nvSpPr>
        <p:spPr>
          <a:xfrm flipH="1">
            <a:off x="10738011" y="372227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6" name="Oval 915">
            <a:extLst>
              <a:ext uri="{FF2B5EF4-FFF2-40B4-BE49-F238E27FC236}">
                <a16:creationId id="{B3BDE413-A46F-2EB6-B0B1-25444F6BD314}"/>
              </a:ext>
            </a:extLst>
          </p:cNvPr>
          <p:cNvSpPr>
            <a:spLocks noChangeAspect="1"/>
          </p:cNvSpPr>
          <p:nvPr/>
        </p:nvSpPr>
        <p:spPr>
          <a:xfrm flipH="1">
            <a:off x="11174924" y="139669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7" name="Oval 916">
            <a:extLst>
              <a:ext uri="{FF2B5EF4-FFF2-40B4-BE49-F238E27FC236}">
                <a16:creationId id="{2A362FB2-87B1-85EF-6340-A3C924B00C63}"/>
              </a:ext>
            </a:extLst>
          </p:cNvPr>
          <p:cNvSpPr>
            <a:spLocks noChangeAspect="1"/>
          </p:cNvSpPr>
          <p:nvPr/>
        </p:nvSpPr>
        <p:spPr>
          <a:xfrm flipH="1">
            <a:off x="10111444" y="274629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8" name="Oval 917">
            <a:extLst>
              <a:ext uri="{FF2B5EF4-FFF2-40B4-BE49-F238E27FC236}">
                <a16:creationId id="{54E1443F-7582-0448-2694-C39C608E6ED7}"/>
              </a:ext>
            </a:extLst>
          </p:cNvPr>
          <p:cNvSpPr>
            <a:spLocks noChangeAspect="1"/>
          </p:cNvSpPr>
          <p:nvPr/>
        </p:nvSpPr>
        <p:spPr>
          <a:xfrm flipH="1">
            <a:off x="11057055" y="405221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19" name="Oval 918">
            <a:extLst>
              <a:ext uri="{FF2B5EF4-FFF2-40B4-BE49-F238E27FC236}">
                <a16:creationId id="{DCF7FDBB-4DEA-78E2-0FC6-33CA55C8D133}"/>
              </a:ext>
            </a:extLst>
          </p:cNvPr>
          <p:cNvSpPr>
            <a:spLocks noChangeAspect="1"/>
          </p:cNvSpPr>
          <p:nvPr/>
        </p:nvSpPr>
        <p:spPr>
          <a:xfrm flipH="1">
            <a:off x="11869170" y="93126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20" name="Oval 919">
            <a:extLst>
              <a:ext uri="{FF2B5EF4-FFF2-40B4-BE49-F238E27FC236}">
                <a16:creationId id="{22FB3D12-1FFB-2B7C-11F3-4E96AF9B2B09}"/>
              </a:ext>
            </a:extLst>
          </p:cNvPr>
          <p:cNvSpPr>
            <a:spLocks noChangeAspect="1"/>
          </p:cNvSpPr>
          <p:nvPr/>
        </p:nvSpPr>
        <p:spPr>
          <a:xfrm flipH="1">
            <a:off x="9505663" y="273245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21" name="Oval 920">
            <a:extLst>
              <a:ext uri="{FF2B5EF4-FFF2-40B4-BE49-F238E27FC236}">
                <a16:creationId id="{4C1FF9F2-E28A-017D-D859-849148673144}"/>
              </a:ext>
            </a:extLst>
          </p:cNvPr>
          <p:cNvSpPr>
            <a:spLocks noChangeAspect="1"/>
          </p:cNvSpPr>
          <p:nvPr/>
        </p:nvSpPr>
        <p:spPr>
          <a:xfrm flipH="1">
            <a:off x="11577274" y="356488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24" name="Oval 923">
            <a:extLst>
              <a:ext uri="{FF2B5EF4-FFF2-40B4-BE49-F238E27FC236}">
                <a16:creationId id="{A2EEE082-5F2D-3054-B1F2-28798039A779}"/>
              </a:ext>
            </a:extLst>
          </p:cNvPr>
          <p:cNvSpPr>
            <a:spLocks noChangeAspect="1"/>
          </p:cNvSpPr>
          <p:nvPr/>
        </p:nvSpPr>
        <p:spPr>
          <a:xfrm flipH="1">
            <a:off x="11482447" y="306239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25" name="Oval 924">
            <a:extLst>
              <a:ext uri="{FF2B5EF4-FFF2-40B4-BE49-F238E27FC236}">
                <a16:creationId id="{4A310436-BF6C-8D9D-FE8B-793CDEE7F00E}"/>
              </a:ext>
            </a:extLst>
          </p:cNvPr>
          <p:cNvSpPr>
            <a:spLocks noChangeAspect="1"/>
          </p:cNvSpPr>
          <p:nvPr/>
        </p:nvSpPr>
        <p:spPr>
          <a:xfrm flipH="1">
            <a:off x="10554358" y="246099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26" name="Oval 925">
            <a:extLst>
              <a:ext uri="{FF2B5EF4-FFF2-40B4-BE49-F238E27FC236}">
                <a16:creationId id="{0D71B9AE-C1D4-D335-6CD5-BEE086F26598}"/>
              </a:ext>
            </a:extLst>
          </p:cNvPr>
          <p:cNvSpPr>
            <a:spLocks noChangeAspect="1"/>
          </p:cNvSpPr>
          <p:nvPr/>
        </p:nvSpPr>
        <p:spPr>
          <a:xfrm flipH="1">
            <a:off x="11695143" y="449213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cxnSp>
        <p:nvCxnSpPr>
          <p:cNvPr id="932" name="Straight Arrow Connector 931">
            <a:extLst>
              <a:ext uri="{FF2B5EF4-FFF2-40B4-BE49-F238E27FC236}">
                <a16:creationId id="{AE5D4286-304D-18C9-1113-F08F0FFAFEB6}"/>
              </a:ext>
            </a:extLst>
          </p:cNvPr>
          <p:cNvCxnSpPr>
            <a:stCxn id="52" idx="2"/>
          </p:cNvCxnSpPr>
          <p:nvPr/>
        </p:nvCxnSpPr>
        <p:spPr>
          <a:xfrm flipV="1">
            <a:off x="3852944" y="3068854"/>
            <a:ext cx="50418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Straight Arrow Connector 932">
            <a:extLst>
              <a:ext uri="{FF2B5EF4-FFF2-40B4-BE49-F238E27FC236}">
                <a16:creationId id="{C7299C45-3F53-B65F-ADC2-A577382C3A0A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4012679" y="4188148"/>
            <a:ext cx="1298206" cy="1073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Arrow Connector 937">
            <a:extLst>
              <a:ext uri="{FF2B5EF4-FFF2-40B4-BE49-F238E27FC236}">
                <a16:creationId id="{82A8DA19-E1FF-4055-D281-A041D9AB7240}"/>
              </a:ext>
            </a:extLst>
          </p:cNvPr>
          <p:cNvCxnSpPr>
            <a:cxnSpLocks/>
            <a:stCxn id="49" idx="5"/>
          </p:cNvCxnSpPr>
          <p:nvPr/>
        </p:nvCxnSpPr>
        <p:spPr>
          <a:xfrm flipH="1">
            <a:off x="4476216" y="3505562"/>
            <a:ext cx="426541" cy="85386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Arrow Connector 940">
            <a:extLst>
              <a:ext uri="{FF2B5EF4-FFF2-40B4-BE49-F238E27FC236}">
                <a16:creationId id="{077F93F7-0099-B3CB-05D3-FA29B800867E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6425156" y="4264601"/>
            <a:ext cx="17645" cy="143731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Straight Arrow Connector 941">
            <a:extLst>
              <a:ext uri="{FF2B5EF4-FFF2-40B4-BE49-F238E27FC236}">
                <a16:creationId id="{88E235C7-55DE-BAF5-BF83-E4B22112FE4C}"/>
              </a:ext>
            </a:extLst>
          </p:cNvPr>
          <p:cNvCxnSpPr>
            <a:cxnSpLocks/>
            <a:stCxn id="57" idx="6"/>
          </p:cNvCxnSpPr>
          <p:nvPr/>
        </p:nvCxnSpPr>
        <p:spPr>
          <a:xfrm flipH="1" flipV="1">
            <a:off x="6026150" y="3869517"/>
            <a:ext cx="606835" cy="4999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8" name="Straight Arrow Connector 947">
            <a:extLst>
              <a:ext uri="{FF2B5EF4-FFF2-40B4-BE49-F238E27FC236}">
                <a16:creationId id="{C74E54F7-C6A6-DF82-C5EC-7759439C228A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4239262" y="5364402"/>
            <a:ext cx="1063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1" name="Straight Arrow Connector 950">
            <a:extLst>
              <a:ext uri="{FF2B5EF4-FFF2-40B4-BE49-F238E27FC236}">
                <a16:creationId id="{2438D7F9-4E1F-9B5E-286A-9C273086699F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2915672" y="4264601"/>
            <a:ext cx="271631" cy="722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Arrow Connector 954">
            <a:extLst>
              <a:ext uri="{FF2B5EF4-FFF2-40B4-BE49-F238E27FC236}">
                <a16:creationId id="{1CF289B1-CBDB-529A-67E2-6A8D6A58EEA8}"/>
              </a:ext>
            </a:extLst>
          </p:cNvPr>
          <p:cNvCxnSpPr>
            <a:cxnSpLocks/>
            <a:stCxn id="38" idx="2"/>
          </p:cNvCxnSpPr>
          <p:nvPr/>
        </p:nvCxnSpPr>
        <p:spPr>
          <a:xfrm flipV="1">
            <a:off x="2537693" y="4844064"/>
            <a:ext cx="1593750" cy="7058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9" name="Straight Arrow Connector 958">
            <a:extLst>
              <a:ext uri="{FF2B5EF4-FFF2-40B4-BE49-F238E27FC236}">
                <a16:creationId id="{FB25E2B6-4AB3-AAF6-B4B0-0038D12AB031}"/>
              </a:ext>
            </a:extLst>
          </p:cNvPr>
          <p:cNvCxnSpPr>
            <a:cxnSpLocks/>
            <a:stCxn id="28" idx="7"/>
          </p:cNvCxnSpPr>
          <p:nvPr/>
        </p:nvCxnSpPr>
        <p:spPr>
          <a:xfrm flipH="1" flipV="1">
            <a:off x="1487437" y="4382158"/>
            <a:ext cx="224881" cy="2888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id="{A8C96934-770F-AA5B-9687-45C87F92366E}"/>
              </a:ext>
            </a:extLst>
          </p:cNvPr>
          <p:cNvCxnSpPr>
            <a:cxnSpLocks/>
            <a:stCxn id="31" idx="5"/>
          </p:cNvCxnSpPr>
          <p:nvPr/>
        </p:nvCxnSpPr>
        <p:spPr>
          <a:xfrm flipH="1">
            <a:off x="1579550" y="4463098"/>
            <a:ext cx="877204" cy="17926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id="{3E27010E-2C52-4DEA-CD3E-549BD9DF6A54}"/>
              </a:ext>
            </a:extLst>
          </p:cNvPr>
          <p:cNvCxnSpPr>
            <a:cxnSpLocks/>
            <a:stCxn id="912" idx="3"/>
          </p:cNvCxnSpPr>
          <p:nvPr/>
        </p:nvCxnSpPr>
        <p:spPr>
          <a:xfrm>
            <a:off x="10298732" y="903901"/>
            <a:ext cx="438272" cy="6307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id="{9E464D55-50BA-B6FD-0982-018054ECCAC3}"/>
              </a:ext>
            </a:extLst>
          </p:cNvPr>
          <p:cNvCxnSpPr>
            <a:cxnSpLocks/>
            <a:stCxn id="457" idx="2"/>
          </p:cNvCxnSpPr>
          <p:nvPr/>
        </p:nvCxnSpPr>
        <p:spPr>
          <a:xfrm flipV="1">
            <a:off x="9394040" y="4429571"/>
            <a:ext cx="1584220" cy="39892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id="{A8934F7A-2526-704D-038E-17E59B4DBE30}"/>
              </a:ext>
            </a:extLst>
          </p:cNvPr>
          <p:cNvCxnSpPr>
            <a:cxnSpLocks/>
            <a:stCxn id="470" idx="4"/>
          </p:cNvCxnSpPr>
          <p:nvPr/>
        </p:nvCxnSpPr>
        <p:spPr>
          <a:xfrm flipH="1">
            <a:off x="2092837" y="1452535"/>
            <a:ext cx="184747" cy="27646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id="{C8E853B5-071B-D21E-F4B7-F4EF5E214290}"/>
              </a:ext>
            </a:extLst>
          </p:cNvPr>
          <p:cNvCxnSpPr>
            <a:cxnSpLocks/>
            <a:stCxn id="165" idx="2"/>
          </p:cNvCxnSpPr>
          <p:nvPr/>
        </p:nvCxnSpPr>
        <p:spPr>
          <a:xfrm flipV="1">
            <a:off x="623430" y="1863415"/>
            <a:ext cx="1459018" cy="64150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id="{7622BDCC-9A0F-E78B-5F27-EFA31B6E8D2C}"/>
              </a:ext>
            </a:extLst>
          </p:cNvPr>
          <p:cNvCxnSpPr>
            <a:cxnSpLocks/>
            <a:stCxn id="920" idx="5"/>
          </p:cNvCxnSpPr>
          <p:nvPr/>
        </p:nvCxnSpPr>
        <p:spPr>
          <a:xfrm flipH="1">
            <a:off x="7972963" y="2813397"/>
            <a:ext cx="1546587" cy="1765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id="{BDFEE6F3-8AFD-19D8-2C0D-BB1E3E54B510}"/>
              </a:ext>
            </a:extLst>
          </p:cNvPr>
          <p:cNvCxnSpPr>
            <a:cxnSpLocks/>
            <a:stCxn id="903" idx="0"/>
          </p:cNvCxnSpPr>
          <p:nvPr/>
        </p:nvCxnSpPr>
        <p:spPr>
          <a:xfrm flipV="1">
            <a:off x="8918573" y="1111304"/>
            <a:ext cx="5447" cy="2901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id="{1356DD47-086D-4AEB-2573-D85EA5A2AC12}"/>
              </a:ext>
            </a:extLst>
          </p:cNvPr>
          <p:cNvCxnSpPr>
            <a:cxnSpLocks/>
            <a:stCxn id="480" idx="3"/>
          </p:cNvCxnSpPr>
          <p:nvPr/>
        </p:nvCxnSpPr>
        <p:spPr>
          <a:xfrm>
            <a:off x="4757115" y="1050586"/>
            <a:ext cx="1676863" cy="11064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itle 1">
            <a:extLst>
              <a:ext uri="{FF2B5EF4-FFF2-40B4-BE49-F238E27FC236}">
                <a16:creationId id="{A9C9CA01-2A30-0670-DDCB-34E732DDC6A7}"/>
              </a:ext>
            </a:extLst>
          </p:cNvPr>
          <p:cNvSpPr txBox="1">
            <a:spLocks/>
          </p:cNvSpPr>
          <p:nvPr/>
        </p:nvSpPr>
        <p:spPr>
          <a:xfrm>
            <a:off x="0" y="772"/>
            <a:ext cx="12192000" cy="805510"/>
          </a:xfrm>
          <a:prstGeom prst="rect">
            <a:avLst/>
          </a:prstGeom>
        </p:spPr>
        <p:txBody>
          <a:bodyPr wrap="none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Constant Rate Architrino Emitters with Random Initial Velocity and </a:t>
            </a:r>
          </a:p>
          <a:p>
            <a:pPr algn="ctr"/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Position in Euclidean 3D Space and 1D Linear Forward Moving Time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id="{9371E6CF-E58D-53C5-AAF5-D911BD13C2EF}"/>
              </a:ext>
            </a:extLst>
          </p:cNvPr>
          <p:cNvCxnSpPr>
            <a:cxnSpLocks/>
            <a:stCxn id="904" idx="7"/>
          </p:cNvCxnSpPr>
          <p:nvPr/>
        </p:nvCxnSpPr>
        <p:spPr>
          <a:xfrm flipH="1" flipV="1">
            <a:off x="6089212" y="1515101"/>
            <a:ext cx="2429378" cy="68134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id="{734AA4BD-5C65-9537-8007-4081EF09BAFD}"/>
              </a:ext>
            </a:extLst>
          </p:cNvPr>
          <p:cNvCxnSpPr>
            <a:cxnSpLocks/>
            <a:stCxn id="475" idx="4"/>
          </p:cNvCxnSpPr>
          <p:nvPr/>
        </p:nvCxnSpPr>
        <p:spPr>
          <a:xfrm flipH="1">
            <a:off x="3612213" y="1405121"/>
            <a:ext cx="193316" cy="109980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id="{169B2A1E-9439-7B44-A65C-8D37853C5259}"/>
              </a:ext>
            </a:extLst>
          </p:cNvPr>
          <p:cNvCxnSpPr>
            <a:cxnSpLocks/>
            <a:stCxn id="472" idx="3"/>
          </p:cNvCxnSpPr>
          <p:nvPr/>
        </p:nvCxnSpPr>
        <p:spPr>
          <a:xfrm>
            <a:off x="2618633" y="1719468"/>
            <a:ext cx="319044" cy="2583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id="{363233C4-22DC-F59F-2E26-D87D74BF21FB}"/>
              </a:ext>
            </a:extLst>
          </p:cNvPr>
          <p:cNvCxnSpPr>
            <a:cxnSpLocks/>
            <a:stCxn id="481" idx="4"/>
          </p:cNvCxnSpPr>
          <p:nvPr/>
        </p:nvCxnSpPr>
        <p:spPr>
          <a:xfrm>
            <a:off x="4723588" y="1287565"/>
            <a:ext cx="1163705" cy="182870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id="{58AFD30D-6210-EEC3-6122-DCEC98418751}"/>
              </a:ext>
            </a:extLst>
          </p:cNvPr>
          <p:cNvCxnSpPr>
            <a:cxnSpLocks/>
            <a:stCxn id="460" idx="6"/>
          </p:cNvCxnSpPr>
          <p:nvPr/>
        </p:nvCxnSpPr>
        <p:spPr>
          <a:xfrm flipH="1">
            <a:off x="9296552" y="5459229"/>
            <a:ext cx="1162979" cy="1678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id="{BFC3755A-0D84-9D96-8B47-CF1941D373C1}"/>
              </a:ext>
            </a:extLst>
          </p:cNvPr>
          <p:cNvCxnSpPr>
            <a:cxnSpLocks/>
            <a:stCxn id="463" idx="7"/>
          </p:cNvCxnSpPr>
          <p:nvPr/>
        </p:nvCxnSpPr>
        <p:spPr>
          <a:xfrm flipH="1" flipV="1">
            <a:off x="10592589" y="5813690"/>
            <a:ext cx="613166" cy="48987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id="{4C1F705F-DB78-0EB3-C03C-3CB939BEF968}"/>
              </a:ext>
            </a:extLst>
          </p:cNvPr>
          <p:cNvCxnSpPr>
            <a:cxnSpLocks/>
            <a:stCxn id="448" idx="3"/>
          </p:cNvCxnSpPr>
          <p:nvPr/>
        </p:nvCxnSpPr>
        <p:spPr>
          <a:xfrm>
            <a:off x="7628511" y="5837848"/>
            <a:ext cx="498213" cy="8198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id="{BF3571C9-52D0-B3EA-B79B-9DAB604F543C}"/>
              </a:ext>
            </a:extLst>
          </p:cNvPr>
          <p:cNvCxnSpPr>
            <a:cxnSpLocks/>
            <a:stCxn id="62" idx="7"/>
          </p:cNvCxnSpPr>
          <p:nvPr/>
        </p:nvCxnSpPr>
        <p:spPr>
          <a:xfrm flipH="1" flipV="1">
            <a:off x="7229327" y="4539551"/>
            <a:ext cx="1241849" cy="3118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id="{AAE78D6C-2B26-58F7-B655-68196AD8C7FA}"/>
              </a:ext>
            </a:extLst>
          </p:cNvPr>
          <p:cNvCxnSpPr>
            <a:cxnSpLocks/>
            <a:stCxn id="905" idx="5"/>
          </p:cNvCxnSpPr>
          <p:nvPr/>
        </p:nvCxnSpPr>
        <p:spPr>
          <a:xfrm flipH="1">
            <a:off x="8534472" y="3253318"/>
            <a:ext cx="90466" cy="2960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Arrow Connector 514">
            <a:extLst>
              <a:ext uri="{FF2B5EF4-FFF2-40B4-BE49-F238E27FC236}">
                <a16:creationId id="{8AD3E91F-814B-5A17-BF0E-99C328325E26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6659858" y="3007554"/>
            <a:ext cx="300623" cy="50234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Arrow Connector 525">
            <a:extLst>
              <a:ext uri="{FF2B5EF4-FFF2-40B4-BE49-F238E27FC236}">
                <a16:creationId id="{3BD31CCB-8444-3098-8248-04292126815F}"/>
              </a:ext>
            </a:extLst>
          </p:cNvPr>
          <p:cNvCxnSpPr>
            <a:cxnSpLocks/>
            <a:stCxn id="485" idx="1"/>
          </p:cNvCxnSpPr>
          <p:nvPr/>
        </p:nvCxnSpPr>
        <p:spPr>
          <a:xfrm flipV="1">
            <a:off x="7675924" y="3519449"/>
            <a:ext cx="487223" cy="35331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TextBox 530">
            <a:extLst>
              <a:ext uri="{FF2B5EF4-FFF2-40B4-BE49-F238E27FC236}">
                <a16:creationId id="{D52C150C-7A83-C7CA-6AC7-BB6F48D3A28A}"/>
              </a:ext>
            </a:extLst>
          </p:cNvPr>
          <p:cNvSpPr txBox="1"/>
          <p:nvPr/>
        </p:nvSpPr>
        <p:spPr>
          <a:xfrm>
            <a:off x="4496666" y="5823879"/>
            <a:ext cx="3116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Happens?</a:t>
            </a:r>
            <a:endParaRPr lang="en-US" sz="2800" dirty="0"/>
          </a:p>
        </p:txBody>
      </p:sp>
      <p:sp>
        <p:nvSpPr>
          <p:cNvPr id="960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183954671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a16:creationId id="{552DA17A-9EB6-43B3-ACA7-17156F22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Rectangle 921">
            <a:extLst>
              <a:ext uri="{FF2B5EF4-FFF2-40B4-BE49-F238E27FC236}">
                <a16:creationId id="{4230D0EB-7FCF-98B7-4045-1D25018FBE30}"/>
              </a:ext>
            </a:extLst>
          </p:cNvPr>
          <p:cNvSpPr/>
          <p:nvPr/>
        </p:nvSpPr>
        <p:spPr>
          <a:xfrm rot="19390778">
            <a:off x="7493352" y="557185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id="{55C6A32F-3741-92A9-B009-1FFD68421B9F}"/>
              </a:ext>
            </a:extLst>
          </p:cNvPr>
          <p:cNvSpPr/>
          <p:nvPr/>
        </p:nvSpPr>
        <p:spPr>
          <a:xfrm rot="19390778">
            <a:off x="7494953" y="4132150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27" name="Table 128">
            <a:extLst>
              <a:ext uri="{FF2B5EF4-FFF2-40B4-BE49-F238E27FC236}">
                <a16:creationId id="{A3EC82DC-41BE-1154-AEE1-F52A0C4C2B81}"/>
              </a:ext>
            </a:extLst>
          </p:cNvPr>
          <p:cNvGraphicFramePr>
            <a:graphicFrameLocks noGrp="1"/>
          </p:cNvGraphicFramePr>
          <p:nvPr/>
        </p:nvGraphicFramePr>
        <p:xfrm>
          <a:off x="-1" y="-23782"/>
          <a:ext cx="12192000" cy="688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val="2632917978"/>
                    </a:ext>
                  </a:extLst>
                </a:gridCol>
                <a:gridCol w="2438400">
                  <a:extLst>
                    <a:ext uri="{9D8B030D-6E8A-4147-A177-3AD203B41FA5}">
                      <a16:colId val="2598137733"/>
                    </a:ext>
                  </a:extLst>
                </a:gridCol>
                <a:gridCol w="2438400">
                  <a:extLst>
                    <a:ext uri="{9D8B030D-6E8A-4147-A177-3AD203B41FA5}">
                      <a16:colId val="2256839371"/>
                    </a:ext>
                  </a:extLst>
                </a:gridCol>
                <a:gridCol w="2438400">
                  <a:extLst>
                    <a:ext uri="{9D8B030D-6E8A-4147-A177-3AD203B41FA5}">
                      <a16:colId val="2545681787"/>
                    </a:ext>
                  </a:extLst>
                </a:gridCol>
                <a:gridCol w="2438400">
                  <a:extLst>
                    <a:ext uri="{9D8B030D-6E8A-4147-A177-3AD203B41FA5}">
                      <a16:colId val="1491797088"/>
                    </a:ext>
                  </a:extLst>
                </a:gridCol>
              </a:tblGrid>
              <a:tr h="682816"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panose="02000503000000020004" pitchFamily="2" charset="0"/>
                        </a:rPr>
                        <a:t>Assembly Levels of Nature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val="1232424068"/>
                  </a:ext>
                </a:extLst>
              </a:tr>
              <a:tr h="78405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II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III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IV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val="3148781802"/>
                  </a:ext>
                </a:extLst>
              </a:tr>
              <a:tr h="9073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Orbiting 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Architrino 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Binary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Nested Orbiting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Architrino Binaries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Nested Orbiting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Tri Binary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Fermion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Spacetime, Bosons, Atoms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val="803689782"/>
                  </a:ext>
                </a:extLst>
              </a:tr>
              <a:tr h="4507516"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7030A0">
                        <a:alpha val="41961"/>
                      </a:srgbClr>
                    </a:solidFill>
                  </a:tcPr>
                </a:tc>
                <a:extLst>
                  <a:ext uri="{0D108BD9-81ED-4DB2-BD59-A6C34878D82A}">
                    <a16:rowId val="761180319"/>
                  </a:ext>
                </a:extLst>
              </a:tr>
            </a:tbl>
          </a:graphicData>
        </a:graphic>
      </p:graphicFrame>
      <p:grpSp>
        <p:nvGrpSpPr>
          <p:cNvPr id="126" name="Group 125">
            <a:extLst>
              <a:ext uri="{FF2B5EF4-FFF2-40B4-BE49-F238E27FC236}">
                <a16:creationId id="{151376D5-D250-5E74-12DC-F12A8E524C7A}"/>
              </a:ext>
            </a:extLst>
          </p:cNvPr>
          <p:cNvGrpSpPr/>
          <p:nvPr/>
        </p:nvGrpSpPr>
        <p:grpSpPr>
          <a:xfrm>
            <a:off x="457068" y="5145890"/>
            <a:ext cx="1332132" cy="461665"/>
            <a:chOff x="9717539" y="5933889"/>
            <a:chExt cx="1332132" cy="461665"/>
          </a:xfrm>
        </p:grpSpPr>
        <p:sp>
          <p:nvSpPr>
            <p:cNvPr id="930" name="Oval 929">
              <a:extLst>
                <a:ext uri="{FF2B5EF4-FFF2-40B4-BE49-F238E27FC236}">
                  <a16:creationId id="{9807A52D-508A-DC91-FEED-228F27D0858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717539" y="623453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931" name="Oval 930">
              <a:extLst>
                <a:ext uri="{FF2B5EF4-FFF2-40B4-BE49-F238E27FC236}">
                  <a16:creationId id="{61FAC391-E77D-8209-0E53-8272432D33C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717539" y="603175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34" name="Rectangle 933">
              <a:extLst>
                <a:ext uri="{FF2B5EF4-FFF2-40B4-BE49-F238E27FC236}">
                  <a16:creationId id="{6246C1F5-4DD2-F085-8548-ECC4EF66D731}"/>
                </a:ext>
              </a:extLst>
            </p:cNvPr>
            <p:cNvSpPr/>
            <p:nvPr/>
          </p:nvSpPr>
          <p:spPr>
            <a:xfrm>
              <a:off x="9802214" y="5933889"/>
              <a:ext cx="124745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70C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electrino -|e/6|</a:t>
              </a:r>
              <a:br>
                <a:rPr lang="en-US" sz="1200" dirty="0">
                  <a:solidFill>
                    <a:srgbClr val="0070C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200" dirty="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positrino +|e/6|</a:t>
              </a:r>
            </a:p>
          </p:txBody>
        </p:sp>
      </p:grpSp>
      <p:sp>
        <p:nvSpPr>
          <p:cNvPr id="913" name="Rectangle 912">
            <a:extLst>
              <a:ext uri="{FF2B5EF4-FFF2-40B4-BE49-F238E27FC236}">
                <a16:creationId id="{1410C11B-2084-C6BD-26E0-F0D790447486}"/>
              </a:ext>
            </a:extLst>
          </p:cNvPr>
          <p:cNvSpPr/>
          <p:nvPr/>
        </p:nvSpPr>
        <p:spPr>
          <a:xfrm rot="19390778">
            <a:off x="7720588" y="2529908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id="{BA93B313-AB5B-182A-AA9D-11367CF73626}"/>
              </a:ext>
            </a:extLst>
          </p:cNvPr>
          <p:cNvSpPr>
            <a:spLocks noChangeAspect="1"/>
          </p:cNvSpPr>
          <p:nvPr/>
        </p:nvSpPr>
        <p:spPr>
          <a:xfrm rot="1800000">
            <a:off x="993186" y="4114581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44" name="Oval 243">
            <a:extLst>
              <a:ext uri="{FF2B5EF4-FFF2-40B4-BE49-F238E27FC236}">
                <a16:creationId id="{1268035B-B8CD-9DB9-375B-BB2076E5A1E4}"/>
              </a:ext>
            </a:extLst>
          </p:cNvPr>
          <p:cNvSpPr>
            <a:spLocks noChangeAspect="1"/>
          </p:cNvSpPr>
          <p:nvPr/>
        </p:nvSpPr>
        <p:spPr>
          <a:xfrm rot="1800000">
            <a:off x="708705" y="3830100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45" name="Oval 244">
            <a:extLst>
              <a:ext uri="{FF2B5EF4-FFF2-40B4-BE49-F238E27FC236}">
                <a16:creationId id="{8785A0DB-E4C7-5663-188B-39F5ABB6F159}"/>
              </a:ext>
            </a:extLst>
          </p:cNvPr>
          <p:cNvSpPr>
            <a:spLocks noChangeAspect="1"/>
          </p:cNvSpPr>
          <p:nvPr/>
        </p:nvSpPr>
        <p:spPr>
          <a:xfrm rot="1800000">
            <a:off x="566465" y="3687860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46" name="Oval 245">
            <a:extLst>
              <a:ext uri="{FF2B5EF4-FFF2-40B4-BE49-F238E27FC236}">
                <a16:creationId id="{8955B47C-8022-3DA9-355A-3C86A344A7AD}"/>
              </a:ext>
            </a:extLst>
          </p:cNvPr>
          <p:cNvSpPr>
            <a:spLocks noChangeAspect="1"/>
          </p:cNvSpPr>
          <p:nvPr/>
        </p:nvSpPr>
        <p:spPr>
          <a:xfrm rot="1800000">
            <a:off x="850946" y="3972340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47" name="Straight Connector 246">
            <a:extLst>
              <a:ext uri="{FF2B5EF4-FFF2-40B4-BE49-F238E27FC236}">
                <a16:creationId id="{88742F2A-B2DA-E52C-8FD0-6977FD92201B}"/>
              </a:ext>
            </a:extLst>
          </p:cNvPr>
          <p:cNvCxnSpPr>
            <a:cxnSpLocks/>
          </p:cNvCxnSpPr>
          <p:nvPr/>
        </p:nvCxnSpPr>
        <p:spPr>
          <a:xfrm>
            <a:off x="509979" y="3865660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id="{EE457229-7F80-3486-0C6E-023056FD795D}"/>
              </a:ext>
            </a:extLst>
          </p:cNvPr>
          <p:cNvCxnSpPr>
            <a:cxnSpLocks/>
          </p:cNvCxnSpPr>
          <p:nvPr/>
        </p:nvCxnSpPr>
        <p:spPr>
          <a:xfrm>
            <a:off x="1066159" y="3542313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id="{B3669704-62FC-3034-902F-6EFC1BA6C3B1}"/>
              </a:ext>
            </a:extLst>
          </p:cNvPr>
          <p:cNvCxnSpPr>
            <a:cxnSpLocks/>
          </p:cNvCxnSpPr>
          <p:nvPr/>
        </p:nvCxnSpPr>
        <p:spPr>
          <a:xfrm flipH="1">
            <a:off x="512109" y="3865413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id="{D67AA993-8129-8007-DA81-8E2EBCA03A1B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60040" y="410301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id="{7B331BBC-699F-D334-38EE-CCDF263E7118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075721" y="417137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6" name="Oval 265">
            <a:extLst>
              <a:ext uri="{FF2B5EF4-FFF2-40B4-BE49-F238E27FC236}">
                <a16:creationId id="{D3FC6AD8-094C-D6AC-9E57-EA358088E5D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447021" y="438571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9" name="Oval 268">
            <a:extLst>
              <a:ext uri="{FF2B5EF4-FFF2-40B4-BE49-F238E27FC236}">
                <a16:creationId id="{2750BE1A-4627-8B67-BF32-F1930487330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86112" y="3888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id="{6F0EB972-F638-6EB1-A80D-405755E7297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1017555" y="463819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5" name="Oval 264">
            <a:extLst>
              <a:ext uri="{FF2B5EF4-FFF2-40B4-BE49-F238E27FC236}">
                <a16:creationId id="{91EEBFB0-47A3-FDA9-C85A-6B76A7ED23B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1017555" y="364409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id="{DBF11B7F-15A6-FE19-80F7-9D7DD8EEE43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448009" y="389064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7" name="Oval 256">
            <a:extLst>
              <a:ext uri="{FF2B5EF4-FFF2-40B4-BE49-F238E27FC236}">
                <a16:creationId id="{839D15A4-9706-165C-3616-F29E559B75E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7100" y="43876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8" name="Oval 257">
            <a:extLst>
              <a:ext uri="{FF2B5EF4-FFF2-40B4-BE49-F238E27FC236}">
                <a16:creationId id="{A9790F80-35CE-CBA0-B32D-01A44315924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017554" y="378284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id="{5B1E799C-6B8C-88F4-6B94-C5F14F5D6E9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33154" y="424451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id="{6F6915DF-7785-FE75-D2BB-D080D4DC5E3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01006" y="403187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1" name="Oval 260">
            <a:extLst>
              <a:ext uri="{FF2B5EF4-FFF2-40B4-BE49-F238E27FC236}">
                <a16:creationId id="{0B70B038-4F0B-2636-AB67-7D7865B7FBC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018089" y="449164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id="{668A7E3F-F761-01D1-3FCC-6AF230F60119}"/>
              </a:ext>
            </a:extLst>
          </p:cNvPr>
          <p:cNvSpPr>
            <a:spLocks noChangeAspect="1"/>
          </p:cNvSpPr>
          <p:nvPr/>
        </p:nvSpPr>
        <p:spPr>
          <a:xfrm flipH="1">
            <a:off x="1076511" y="417117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40" name="Oval 239">
            <a:extLst>
              <a:ext uri="{FF2B5EF4-FFF2-40B4-BE49-F238E27FC236}">
                <a16:creationId id="{DE3C28E7-2703-CBBF-12D8-861ACBC21C3D}"/>
              </a:ext>
            </a:extLst>
          </p:cNvPr>
          <p:cNvSpPr>
            <a:spLocks noChangeAspect="1"/>
          </p:cNvSpPr>
          <p:nvPr/>
        </p:nvSpPr>
        <p:spPr>
          <a:xfrm flipH="1">
            <a:off x="960461" y="410213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8" name="Oval 17">
            <a:extLst>
              <a:ext uri="{FF2B5EF4-FFF2-40B4-BE49-F238E27FC236}">
                <a16:creationId id="{2AEDB5A9-5CE7-3BCB-633C-25C2A4794F60}"/>
              </a:ext>
            </a:extLst>
          </p:cNvPr>
          <p:cNvSpPr>
            <a:spLocks noChangeAspect="1"/>
          </p:cNvSpPr>
          <p:nvPr/>
        </p:nvSpPr>
        <p:spPr>
          <a:xfrm rot="1800000">
            <a:off x="8483124" y="3118102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9" name="Oval 18">
            <a:extLst>
              <a:ext uri="{FF2B5EF4-FFF2-40B4-BE49-F238E27FC236}">
                <a16:creationId id="{30CB2396-884A-69D6-FD3A-555ABF345F38}"/>
              </a:ext>
            </a:extLst>
          </p:cNvPr>
          <p:cNvSpPr>
            <a:spLocks noChangeAspect="1"/>
          </p:cNvSpPr>
          <p:nvPr/>
        </p:nvSpPr>
        <p:spPr>
          <a:xfrm rot="1800000">
            <a:off x="8198643" y="2833621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0" name="Oval 19">
            <a:extLst>
              <a:ext uri="{FF2B5EF4-FFF2-40B4-BE49-F238E27FC236}">
                <a16:creationId id="{05A14C91-D93A-8986-414B-B36ADB6C663C}"/>
              </a:ext>
            </a:extLst>
          </p:cNvPr>
          <p:cNvSpPr>
            <a:spLocks noChangeAspect="1"/>
          </p:cNvSpPr>
          <p:nvPr/>
        </p:nvSpPr>
        <p:spPr>
          <a:xfrm rot="1800000">
            <a:off x="8056403" y="2691381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" name="Oval 20">
            <a:extLst>
              <a:ext uri="{FF2B5EF4-FFF2-40B4-BE49-F238E27FC236}">
                <a16:creationId id="{410386E7-AE26-7B2D-548D-BB135E15F920}"/>
              </a:ext>
            </a:extLst>
          </p:cNvPr>
          <p:cNvSpPr>
            <a:spLocks noChangeAspect="1"/>
          </p:cNvSpPr>
          <p:nvPr/>
        </p:nvSpPr>
        <p:spPr>
          <a:xfrm rot="1800000">
            <a:off x="8340884" y="2975861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2" name="Straight Connector 21">
            <a:extLst>
              <a:ext uri="{FF2B5EF4-FFF2-40B4-BE49-F238E27FC236}">
                <a16:creationId id="{86AAD64C-1FD7-6FCE-B2F9-FD2BBF416815}"/>
              </a:ext>
            </a:extLst>
          </p:cNvPr>
          <p:cNvCxnSpPr>
            <a:cxnSpLocks/>
          </p:cNvCxnSpPr>
          <p:nvPr/>
        </p:nvCxnSpPr>
        <p:spPr>
          <a:xfrm>
            <a:off x="7999917" y="2869181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id="{3A4041F1-297D-CA47-E1EC-27C5C85C1510}"/>
              </a:ext>
            </a:extLst>
          </p:cNvPr>
          <p:cNvCxnSpPr>
            <a:cxnSpLocks/>
          </p:cNvCxnSpPr>
          <p:nvPr/>
        </p:nvCxnSpPr>
        <p:spPr>
          <a:xfrm>
            <a:off x="8556097" y="2545834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id="{639933B4-CEB1-EA0A-261A-43E7AB11AC08}"/>
              </a:ext>
            </a:extLst>
          </p:cNvPr>
          <p:cNvCxnSpPr>
            <a:cxnSpLocks/>
          </p:cNvCxnSpPr>
          <p:nvPr/>
        </p:nvCxnSpPr>
        <p:spPr>
          <a:xfrm flipH="1">
            <a:off x="8002047" y="2868934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id="{FAD6B710-3A2E-0416-8228-9F816D7E233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449978" y="31065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id="{CD21BAB4-F25D-451C-3CCB-2DCDE0D5A83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565659" y="317489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id="{330014A4-3E89-1E62-6BD6-F392AAF7D4D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936959" y="338923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id="{95E4D912-A16C-10E1-B0DD-53DDDF326D5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76050" y="289219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id="{6CD5350C-F05B-5FD9-96CD-10F0E5A6F2E1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07493" y="364171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id="{075DE848-ED59-6F80-40AD-0C8D31D00541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07493" y="26476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id="{BA0E8076-DB4A-5DF9-391E-89152F806C2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937947" y="289416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id="{A8936446-F519-02F3-FA27-9CAC7A2FB56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077038" y="339121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id="{A0B9706C-D131-47C1-949D-99A0A22BA68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07492" y="278636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id="{77F45C25-959C-22BF-682C-32219449750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323092" y="324803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id="{D1823058-98D4-B0BA-FD43-E05CAD65F512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690944" y="30353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id="{723C6133-B11F-A7AB-28B1-43406B51AC90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08027" y="349517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id="{72FFA730-FD57-F548-90A5-BE8BB24CD4A2}"/>
              </a:ext>
            </a:extLst>
          </p:cNvPr>
          <p:cNvSpPr>
            <a:spLocks noChangeAspect="1"/>
          </p:cNvSpPr>
          <p:nvPr/>
        </p:nvSpPr>
        <p:spPr>
          <a:xfrm flipH="1">
            <a:off x="8936959" y="338923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" name="Oval 4">
            <a:extLst>
              <a:ext uri="{FF2B5EF4-FFF2-40B4-BE49-F238E27FC236}">
                <a16:creationId id="{56A57DB4-1299-7655-134F-D7BB371EA479}"/>
              </a:ext>
            </a:extLst>
          </p:cNvPr>
          <p:cNvSpPr>
            <a:spLocks noChangeAspect="1"/>
          </p:cNvSpPr>
          <p:nvPr/>
        </p:nvSpPr>
        <p:spPr>
          <a:xfrm flipH="1">
            <a:off x="8937947" y="289416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" name="Oval 5">
            <a:extLst>
              <a:ext uri="{FF2B5EF4-FFF2-40B4-BE49-F238E27FC236}">
                <a16:creationId id="{D92DCA87-0385-C95F-5EFE-F0C957DDF96E}"/>
              </a:ext>
            </a:extLst>
          </p:cNvPr>
          <p:cNvSpPr>
            <a:spLocks noChangeAspect="1"/>
          </p:cNvSpPr>
          <p:nvPr/>
        </p:nvSpPr>
        <p:spPr>
          <a:xfrm flipH="1">
            <a:off x="8507818" y="364142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7" name="Oval 6">
            <a:extLst>
              <a:ext uri="{FF2B5EF4-FFF2-40B4-BE49-F238E27FC236}">
                <a16:creationId id="{40FDD47B-F8D3-7165-C599-4C976D818DAD}"/>
              </a:ext>
            </a:extLst>
          </p:cNvPr>
          <p:cNvSpPr>
            <a:spLocks noChangeAspect="1"/>
          </p:cNvSpPr>
          <p:nvPr/>
        </p:nvSpPr>
        <p:spPr>
          <a:xfrm flipH="1">
            <a:off x="8076050" y="289228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8" name="Oval 7">
            <a:extLst>
              <a:ext uri="{FF2B5EF4-FFF2-40B4-BE49-F238E27FC236}">
                <a16:creationId id="{BABFE6D7-6323-12CD-3784-05A548F76201}"/>
              </a:ext>
            </a:extLst>
          </p:cNvPr>
          <p:cNvSpPr>
            <a:spLocks noChangeAspect="1"/>
          </p:cNvSpPr>
          <p:nvPr/>
        </p:nvSpPr>
        <p:spPr>
          <a:xfrm flipH="1">
            <a:off x="8507709" y="264745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" name="Oval 8">
            <a:extLst>
              <a:ext uri="{FF2B5EF4-FFF2-40B4-BE49-F238E27FC236}">
                <a16:creationId id="{3B6210BE-AFF4-BB41-46DB-BCCE6B631A0D}"/>
              </a:ext>
            </a:extLst>
          </p:cNvPr>
          <p:cNvSpPr>
            <a:spLocks noChangeAspect="1"/>
          </p:cNvSpPr>
          <p:nvPr/>
        </p:nvSpPr>
        <p:spPr>
          <a:xfrm flipH="1">
            <a:off x="8077373" y="339022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" name="Oval 9">
            <a:extLst>
              <a:ext uri="{FF2B5EF4-FFF2-40B4-BE49-F238E27FC236}">
                <a16:creationId id="{9CE01935-8025-6755-33A1-CB56D1AD8619}"/>
              </a:ext>
            </a:extLst>
          </p:cNvPr>
          <p:cNvSpPr>
            <a:spLocks noChangeAspect="1"/>
          </p:cNvSpPr>
          <p:nvPr/>
        </p:nvSpPr>
        <p:spPr>
          <a:xfrm flipH="1">
            <a:off x="8323381" y="324755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1" name="Oval 10">
            <a:extLst>
              <a:ext uri="{FF2B5EF4-FFF2-40B4-BE49-F238E27FC236}">
                <a16:creationId id="{214A69AA-6440-B129-F83E-A6603FEE66B6}"/>
              </a:ext>
            </a:extLst>
          </p:cNvPr>
          <p:cNvSpPr>
            <a:spLocks noChangeAspect="1"/>
          </p:cNvSpPr>
          <p:nvPr/>
        </p:nvSpPr>
        <p:spPr>
          <a:xfrm flipH="1">
            <a:off x="8691403" y="303515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id="{45686AC6-C193-D2BA-5267-978DEC49BC7E}"/>
              </a:ext>
            </a:extLst>
          </p:cNvPr>
          <p:cNvSpPr>
            <a:spLocks noChangeAspect="1"/>
          </p:cNvSpPr>
          <p:nvPr/>
        </p:nvSpPr>
        <p:spPr>
          <a:xfrm flipH="1">
            <a:off x="8507493" y="349460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3" name="Oval 12">
            <a:extLst>
              <a:ext uri="{FF2B5EF4-FFF2-40B4-BE49-F238E27FC236}">
                <a16:creationId id="{A2C9A927-C5E8-B586-D7CF-5045A2FEBF7B}"/>
              </a:ext>
            </a:extLst>
          </p:cNvPr>
          <p:cNvSpPr>
            <a:spLocks noChangeAspect="1"/>
          </p:cNvSpPr>
          <p:nvPr/>
        </p:nvSpPr>
        <p:spPr>
          <a:xfrm flipH="1">
            <a:off x="8566449" y="317469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4" name="Oval 13">
            <a:extLst>
              <a:ext uri="{FF2B5EF4-FFF2-40B4-BE49-F238E27FC236}">
                <a16:creationId id="{14D8C8DD-5A13-86FA-C9CA-6A02D25E88F7}"/>
              </a:ext>
            </a:extLst>
          </p:cNvPr>
          <p:cNvSpPr>
            <a:spLocks noChangeAspect="1"/>
          </p:cNvSpPr>
          <p:nvPr/>
        </p:nvSpPr>
        <p:spPr>
          <a:xfrm flipH="1">
            <a:off x="8450399" y="310566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5" name="Oval 14">
            <a:extLst>
              <a:ext uri="{FF2B5EF4-FFF2-40B4-BE49-F238E27FC236}">
                <a16:creationId id="{F7E323B6-1F00-BCE5-3422-63F5D2B265E0}"/>
              </a:ext>
            </a:extLst>
          </p:cNvPr>
          <p:cNvSpPr>
            <a:spLocks noChangeAspect="1"/>
          </p:cNvSpPr>
          <p:nvPr/>
        </p:nvSpPr>
        <p:spPr>
          <a:xfrm flipH="1">
            <a:off x="8507511" y="278678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73" name="Oval 172">
            <a:extLst>
              <a:ext uri="{FF2B5EF4-FFF2-40B4-BE49-F238E27FC236}">
                <a16:creationId id="{CC184527-0921-70EB-CE51-73D8D26C7FA7}"/>
              </a:ext>
            </a:extLst>
          </p:cNvPr>
          <p:cNvSpPr>
            <a:spLocks noChangeAspect="1"/>
          </p:cNvSpPr>
          <p:nvPr/>
        </p:nvSpPr>
        <p:spPr>
          <a:xfrm rot="1800000">
            <a:off x="5960694" y="4083985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74" name="Oval 173">
            <a:extLst>
              <a:ext uri="{FF2B5EF4-FFF2-40B4-BE49-F238E27FC236}">
                <a16:creationId id="{8E8E54FB-9552-1C85-DE7B-BA158E14E64F}"/>
              </a:ext>
            </a:extLst>
          </p:cNvPr>
          <p:cNvSpPr>
            <a:spLocks noChangeAspect="1"/>
          </p:cNvSpPr>
          <p:nvPr/>
        </p:nvSpPr>
        <p:spPr>
          <a:xfrm rot="1800000">
            <a:off x="5676213" y="3799504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75" name="Oval 174">
            <a:extLst>
              <a:ext uri="{FF2B5EF4-FFF2-40B4-BE49-F238E27FC236}">
                <a16:creationId id="{A0A24AED-012C-DDD3-8C72-04C089161A87}"/>
              </a:ext>
            </a:extLst>
          </p:cNvPr>
          <p:cNvSpPr>
            <a:spLocks noChangeAspect="1"/>
          </p:cNvSpPr>
          <p:nvPr/>
        </p:nvSpPr>
        <p:spPr>
          <a:xfrm rot="1800000">
            <a:off x="5533973" y="3657264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76" name="Oval 175">
            <a:extLst>
              <a:ext uri="{FF2B5EF4-FFF2-40B4-BE49-F238E27FC236}">
                <a16:creationId id="{87273994-CFEF-440E-0939-F3B46FD0993D}"/>
              </a:ext>
            </a:extLst>
          </p:cNvPr>
          <p:cNvSpPr>
            <a:spLocks noChangeAspect="1"/>
          </p:cNvSpPr>
          <p:nvPr/>
        </p:nvSpPr>
        <p:spPr>
          <a:xfrm rot="1800000">
            <a:off x="5818454" y="3941744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177" name="Straight Connector 176">
            <a:extLst>
              <a:ext uri="{FF2B5EF4-FFF2-40B4-BE49-F238E27FC236}">
                <a16:creationId id="{2A7DD5A8-AD57-FE2A-8FFF-6738C6EC477E}"/>
              </a:ext>
            </a:extLst>
          </p:cNvPr>
          <p:cNvCxnSpPr>
            <a:cxnSpLocks/>
          </p:cNvCxnSpPr>
          <p:nvPr/>
        </p:nvCxnSpPr>
        <p:spPr>
          <a:xfrm>
            <a:off x="5477487" y="3835064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id="{D5A475FF-623F-E113-F60B-279F758B4917}"/>
              </a:ext>
            </a:extLst>
          </p:cNvPr>
          <p:cNvCxnSpPr>
            <a:cxnSpLocks/>
          </p:cNvCxnSpPr>
          <p:nvPr/>
        </p:nvCxnSpPr>
        <p:spPr>
          <a:xfrm>
            <a:off x="6033667" y="3511717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id="{3AF5754A-E15B-EE47-51BC-DFDD1CB37C6C}"/>
              </a:ext>
            </a:extLst>
          </p:cNvPr>
          <p:cNvCxnSpPr>
            <a:cxnSpLocks/>
          </p:cNvCxnSpPr>
          <p:nvPr/>
        </p:nvCxnSpPr>
        <p:spPr>
          <a:xfrm flipH="1">
            <a:off x="5479617" y="3834817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id="{54DABA51-A328-350A-21A3-A97936D6458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927548" y="407241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id="{FD33B24D-7866-8544-B0F8-2980B862CE3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043229" y="414077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id="{2ED3D590-261D-66F0-3DAD-FD5D25E9E4C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414529" y="4355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id="{7B993084-DE65-A28A-E552-2620819FE86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553620" y="3858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id="{DC9CAA3A-F1F2-CBFA-FED3-04AF3988244A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985063" y="460759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id="{DE1B28C7-F23A-357F-8812-095FFD50966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985063" y="361350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id="{7F1CA3D9-A827-4C33-D840-B10FEBE60154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415517" y="386004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id="{E14EE166-2C10-63F7-7C90-6B7AE953A61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554608" y="435709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id="{73A3C95D-16E5-46CD-8CF5-701A42976BAC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985062" y="375225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id="{5677EDBA-9EB0-387F-245F-9BDD1CB3B7F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00662" y="421392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id="{EE3277D8-9F26-ED65-2FF9-B98B2CF6F34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168514" y="400128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id="{6000F936-256A-A94A-92E0-F065546A8ED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985597" y="446105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id="{64679CCF-03C7-0524-484B-723908E98CD6}"/>
              </a:ext>
            </a:extLst>
          </p:cNvPr>
          <p:cNvSpPr>
            <a:spLocks noChangeAspect="1"/>
          </p:cNvSpPr>
          <p:nvPr/>
        </p:nvSpPr>
        <p:spPr>
          <a:xfrm flipH="1">
            <a:off x="5800951" y="421343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6" name="Oval 165">
            <a:extLst>
              <a:ext uri="{FF2B5EF4-FFF2-40B4-BE49-F238E27FC236}">
                <a16:creationId id="{A1090981-0047-4999-160C-793EC6DE0000}"/>
              </a:ext>
            </a:extLst>
          </p:cNvPr>
          <p:cNvSpPr>
            <a:spLocks noChangeAspect="1"/>
          </p:cNvSpPr>
          <p:nvPr/>
        </p:nvSpPr>
        <p:spPr>
          <a:xfrm flipH="1">
            <a:off x="6168973" y="400103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7" name="Oval 166">
            <a:extLst>
              <a:ext uri="{FF2B5EF4-FFF2-40B4-BE49-F238E27FC236}">
                <a16:creationId id="{BD9D4975-4AF4-A2F6-169C-EEE93BE7E766}"/>
              </a:ext>
            </a:extLst>
          </p:cNvPr>
          <p:cNvSpPr>
            <a:spLocks noChangeAspect="1"/>
          </p:cNvSpPr>
          <p:nvPr/>
        </p:nvSpPr>
        <p:spPr>
          <a:xfrm flipH="1">
            <a:off x="5985063" y="446048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8" name="Oval 167">
            <a:extLst>
              <a:ext uri="{FF2B5EF4-FFF2-40B4-BE49-F238E27FC236}">
                <a16:creationId id="{594C543B-1B74-A91D-048C-BB1DD088BD04}"/>
              </a:ext>
            </a:extLst>
          </p:cNvPr>
          <p:cNvSpPr>
            <a:spLocks noChangeAspect="1"/>
          </p:cNvSpPr>
          <p:nvPr/>
        </p:nvSpPr>
        <p:spPr>
          <a:xfrm flipH="1">
            <a:off x="6044019" y="414057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9" name="Oval 168">
            <a:extLst>
              <a:ext uri="{FF2B5EF4-FFF2-40B4-BE49-F238E27FC236}">
                <a16:creationId id="{9F975A44-37AC-F51C-35FB-2474B55BFC8A}"/>
              </a:ext>
            </a:extLst>
          </p:cNvPr>
          <p:cNvSpPr>
            <a:spLocks noChangeAspect="1"/>
          </p:cNvSpPr>
          <p:nvPr/>
        </p:nvSpPr>
        <p:spPr>
          <a:xfrm flipH="1">
            <a:off x="5927969" y="407154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70" name="Oval 169">
            <a:extLst>
              <a:ext uri="{FF2B5EF4-FFF2-40B4-BE49-F238E27FC236}">
                <a16:creationId id="{9FD03755-E548-959A-4384-5141FD1B5EDE}"/>
              </a:ext>
            </a:extLst>
          </p:cNvPr>
          <p:cNvSpPr>
            <a:spLocks noChangeAspect="1"/>
          </p:cNvSpPr>
          <p:nvPr/>
        </p:nvSpPr>
        <p:spPr>
          <a:xfrm flipH="1">
            <a:off x="5985081" y="375266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8" name="Oval 207">
            <a:extLst>
              <a:ext uri="{FF2B5EF4-FFF2-40B4-BE49-F238E27FC236}">
                <a16:creationId id="{75431471-7941-D2F8-8316-7AAA8DADD932}"/>
              </a:ext>
            </a:extLst>
          </p:cNvPr>
          <p:cNvSpPr>
            <a:spLocks noChangeAspect="1"/>
          </p:cNvSpPr>
          <p:nvPr/>
        </p:nvSpPr>
        <p:spPr>
          <a:xfrm rot="1800000">
            <a:off x="3565282" y="4075576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09" name="Oval 208">
            <a:extLst>
              <a:ext uri="{FF2B5EF4-FFF2-40B4-BE49-F238E27FC236}">
                <a16:creationId id="{188BB4DA-2C89-BC0A-ABA2-1684462DBE34}"/>
              </a:ext>
            </a:extLst>
          </p:cNvPr>
          <p:cNvSpPr>
            <a:spLocks noChangeAspect="1"/>
          </p:cNvSpPr>
          <p:nvPr/>
        </p:nvSpPr>
        <p:spPr>
          <a:xfrm rot="1800000">
            <a:off x="3280801" y="3791095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0" name="Oval 209">
            <a:extLst>
              <a:ext uri="{FF2B5EF4-FFF2-40B4-BE49-F238E27FC236}">
                <a16:creationId id="{03013729-DA19-BA55-3560-E56B78D88B73}"/>
              </a:ext>
            </a:extLst>
          </p:cNvPr>
          <p:cNvSpPr>
            <a:spLocks noChangeAspect="1"/>
          </p:cNvSpPr>
          <p:nvPr/>
        </p:nvSpPr>
        <p:spPr>
          <a:xfrm rot="1800000">
            <a:off x="3138561" y="3648855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1" name="Oval 210">
            <a:extLst>
              <a:ext uri="{FF2B5EF4-FFF2-40B4-BE49-F238E27FC236}">
                <a16:creationId id="{7CBECECF-C533-9250-2113-F90AFCFBFACE}"/>
              </a:ext>
            </a:extLst>
          </p:cNvPr>
          <p:cNvSpPr>
            <a:spLocks noChangeAspect="1"/>
          </p:cNvSpPr>
          <p:nvPr/>
        </p:nvSpPr>
        <p:spPr>
          <a:xfrm rot="1800000">
            <a:off x="3423042" y="3933335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12" name="Straight Connector 211">
            <a:extLst>
              <a:ext uri="{FF2B5EF4-FFF2-40B4-BE49-F238E27FC236}">
                <a16:creationId id="{1A3DADFD-0593-A3DA-B856-6E152FA53BD4}"/>
              </a:ext>
            </a:extLst>
          </p:cNvPr>
          <p:cNvCxnSpPr>
            <a:cxnSpLocks/>
          </p:cNvCxnSpPr>
          <p:nvPr/>
        </p:nvCxnSpPr>
        <p:spPr>
          <a:xfrm>
            <a:off x="3082075" y="3826655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id="{1EA37F4B-D14F-6AEF-0A17-E9ABBCB7423E}"/>
              </a:ext>
            </a:extLst>
          </p:cNvPr>
          <p:cNvCxnSpPr>
            <a:cxnSpLocks/>
          </p:cNvCxnSpPr>
          <p:nvPr/>
        </p:nvCxnSpPr>
        <p:spPr>
          <a:xfrm>
            <a:off x="3638255" y="3503308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id="{8D688653-9FA7-DCD3-06F9-9FF1461152AA}"/>
              </a:ext>
            </a:extLst>
          </p:cNvPr>
          <p:cNvCxnSpPr>
            <a:cxnSpLocks/>
          </p:cNvCxnSpPr>
          <p:nvPr/>
        </p:nvCxnSpPr>
        <p:spPr>
          <a:xfrm flipH="1">
            <a:off x="3084205" y="3826408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id="{A79E77E7-5247-8A79-D4C4-E261106CFB7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532136" y="40640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id="{4EF3535E-24A9-C117-D9CD-54143094E90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647817" y="413237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id="{0DE38C93-D3C5-B917-1D6E-D7E29DDF1FB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019117" y="434671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id="{E6FB7008-5630-473C-BB5F-BC73A5942BA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158208" y="384966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id="{DDAD1511-4B47-06A3-C686-12BD88159DE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589651" y="45991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id="{EAB7ED5E-5A95-23CA-E28F-12AB30021996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589651" y="360509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id="{46A6DBEF-E684-7395-54D8-60CF19334A7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020105" y="385164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id="{EA79A83D-6108-7E59-3034-30CDC910EF8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159196" y="434868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id="{0BA33217-5461-9C10-6C80-F867D6C55D31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589650" y="374384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id="{2F07D464-8BF5-8755-9AD9-4CEFEAB4618A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05250" y="420551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id="{AAA037B5-2A4E-FFBB-E5AD-A2CF0378AC1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773102" y="399287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id="{7E5A6D9D-CB87-4626-CD69-C75A51054AC5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590185" y="44526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id="{43AB16DC-8DDD-6673-C450-CD2060CA4EC0}"/>
              </a:ext>
            </a:extLst>
          </p:cNvPr>
          <p:cNvSpPr>
            <a:spLocks noChangeAspect="1"/>
          </p:cNvSpPr>
          <p:nvPr/>
        </p:nvSpPr>
        <p:spPr>
          <a:xfrm flipH="1">
            <a:off x="3405539" y="420502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03" name="Oval 202">
            <a:extLst>
              <a:ext uri="{FF2B5EF4-FFF2-40B4-BE49-F238E27FC236}">
                <a16:creationId id="{EB39554B-B518-7E44-82D9-C042CE7CD64E}"/>
              </a:ext>
            </a:extLst>
          </p:cNvPr>
          <p:cNvSpPr>
            <a:spLocks noChangeAspect="1"/>
          </p:cNvSpPr>
          <p:nvPr/>
        </p:nvSpPr>
        <p:spPr>
          <a:xfrm flipH="1">
            <a:off x="3773561" y="399262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4" name="Oval 203">
            <a:extLst>
              <a:ext uri="{FF2B5EF4-FFF2-40B4-BE49-F238E27FC236}">
                <a16:creationId id="{AD12EB84-5E9C-9ED2-90C4-EF477293595A}"/>
              </a:ext>
            </a:extLst>
          </p:cNvPr>
          <p:cNvSpPr>
            <a:spLocks noChangeAspect="1"/>
          </p:cNvSpPr>
          <p:nvPr/>
        </p:nvSpPr>
        <p:spPr>
          <a:xfrm flipH="1">
            <a:off x="3648607" y="413216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5" name="Oval 204">
            <a:extLst>
              <a:ext uri="{FF2B5EF4-FFF2-40B4-BE49-F238E27FC236}">
                <a16:creationId id="{3A7682F9-BB13-0F74-38AC-3C178E8CAEBA}"/>
              </a:ext>
            </a:extLst>
          </p:cNvPr>
          <p:cNvSpPr>
            <a:spLocks noChangeAspect="1"/>
          </p:cNvSpPr>
          <p:nvPr/>
        </p:nvSpPr>
        <p:spPr>
          <a:xfrm flipH="1">
            <a:off x="3532557" y="406313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15" name="Oval 414">
            <a:extLst>
              <a:ext uri="{FF2B5EF4-FFF2-40B4-BE49-F238E27FC236}">
                <a16:creationId id="{34F2B115-9933-C416-7174-C8A07F267D57}"/>
              </a:ext>
            </a:extLst>
          </p:cNvPr>
          <p:cNvSpPr>
            <a:spLocks noChangeAspect="1"/>
          </p:cNvSpPr>
          <p:nvPr/>
        </p:nvSpPr>
        <p:spPr>
          <a:xfrm rot="1800000">
            <a:off x="8487704" y="6022195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16" name="Oval 415">
            <a:extLst>
              <a:ext uri="{FF2B5EF4-FFF2-40B4-BE49-F238E27FC236}">
                <a16:creationId id="{22EFB1D6-5AA0-A201-51A9-7C8FC8399EF6}"/>
              </a:ext>
            </a:extLst>
          </p:cNvPr>
          <p:cNvSpPr>
            <a:spLocks noChangeAspect="1"/>
          </p:cNvSpPr>
          <p:nvPr/>
        </p:nvSpPr>
        <p:spPr>
          <a:xfrm rot="1800000">
            <a:off x="8203223" y="5737714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417" name="Oval 416">
            <a:extLst>
              <a:ext uri="{FF2B5EF4-FFF2-40B4-BE49-F238E27FC236}">
                <a16:creationId id="{6C36E098-83A6-7F83-A12A-297053CE05CF}"/>
              </a:ext>
            </a:extLst>
          </p:cNvPr>
          <p:cNvSpPr>
            <a:spLocks noChangeAspect="1"/>
          </p:cNvSpPr>
          <p:nvPr/>
        </p:nvSpPr>
        <p:spPr>
          <a:xfrm rot="1800000">
            <a:off x="8060983" y="5595474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418" name="Oval 417">
            <a:extLst>
              <a:ext uri="{FF2B5EF4-FFF2-40B4-BE49-F238E27FC236}">
                <a16:creationId id="{8E8EDDAE-0FCD-4398-714B-D3A1F292A24A}"/>
              </a:ext>
            </a:extLst>
          </p:cNvPr>
          <p:cNvSpPr>
            <a:spLocks noChangeAspect="1"/>
          </p:cNvSpPr>
          <p:nvPr/>
        </p:nvSpPr>
        <p:spPr>
          <a:xfrm rot="1800000">
            <a:off x="8345464" y="5879954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419" name="Straight Connector 418">
            <a:extLst>
              <a:ext uri="{FF2B5EF4-FFF2-40B4-BE49-F238E27FC236}">
                <a16:creationId id="{2E45E8A7-D4FB-E9C1-D51C-FFAA0CEA5767}"/>
              </a:ext>
            </a:extLst>
          </p:cNvPr>
          <p:cNvCxnSpPr>
            <a:cxnSpLocks/>
          </p:cNvCxnSpPr>
          <p:nvPr/>
        </p:nvCxnSpPr>
        <p:spPr>
          <a:xfrm>
            <a:off x="8004497" y="5773274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id="{8BBA8658-234F-9A9B-B1A7-2A7CFEBAC3FE}"/>
              </a:ext>
            </a:extLst>
          </p:cNvPr>
          <p:cNvCxnSpPr>
            <a:cxnSpLocks/>
          </p:cNvCxnSpPr>
          <p:nvPr/>
        </p:nvCxnSpPr>
        <p:spPr>
          <a:xfrm>
            <a:off x="8560677" y="5449927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id="{58720210-019E-6CB3-AA57-FF6C53FF394C}"/>
              </a:ext>
            </a:extLst>
          </p:cNvPr>
          <p:cNvCxnSpPr>
            <a:cxnSpLocks/>
          </p:cNvCxnSpPr>
          <p:nvPr/>
        </p:nvCxnSpPr>
        <p:spPr>
          <a:xfrm flipH="1">
            <a:off x="8006627" y="5773027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Oval 421">
            <a:extLst>
              <a:ext uri="{FF2B5EF4-FFF2-40B4-BE49-F238E27FC236}">
                <a16:creationId id="{32504C79-BDCD-4EE8-D65B-241A57B3BC1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454558" y="601062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3" name="Oval 422">
            <a:extLst>
              <a:ext uri="{FF2B5EF4-FFF2-40B4-BE49-F238E27FC236}">
                <a16:creationId id="{F052E962-39B2-928B-0C6D-39DE665B7BF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570239" y="607898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8" name="Oval 437">
            <a:extLst>
              <a:ext uri="{FF2B5EF4-FFF2-40B4-BE49-F238E27FC236}">
                <a16:creationId id="{7DF7BEE0-490C-C43F-FED2-FFEB1C7E37E4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941539" y="629332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1" name="Oval 440">
            <a:extLst>
              <a:ext uri="{FF2B5EF4-FFF2-40B4-BE49-F238E27FC236}">
                <a16:creationId id="{B5CEC690-E3AB-7476-709E-E97AE56DD98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80630" y="57962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4" name="Oval 433">
            <a:extLst>
              <a:ext uri="{FF2B5EF4-FFF2-40B4-BE49-F238E27FC236}">
                <a16:creationId id="{901A5CC2-403D-B957-0B62-3CD5AAF8C7C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12073" y="6545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7" name="Oval 436">
            <a:extLst>
              <a:ext uri="{FF2B5EF4-FFF2-40B4-BE49-F238E27FC236}">
                <a16:creationId id="{7F65A986-1C15-FE78-4937-7E2DCA32201E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12073" y="555171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6" name="Oval 425">
            <a:extLst>
              <a:ext uri="{FF2B5EF4-FFF2-40B4-BE49-F238E27FC236}">
                <a16:creationId id="{4F1E9C89-ACE6-FB20-E6E3-1AC1054D51C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942527" y="579825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9" name="Oval 428">
            <a:extLst>
              <a:ext uri="{FF2B5EF4-FFF2-40B4-BE49-F238E27FC236}">
                <a16:creationId id="{032D2AE6-AED5-B366-B7D3-42FD2571918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081618" y="629530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0" name="Oval 429">
            <a:extLst>
              <a:ext uri="{FF2B5EF4-FFF2-40B4-BE49-F238E27FC236}">
                <a16:creationId id="{93CF2703-1265-488F-AA8A-EF86F2FDD9D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12072" y="569046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1" name="Oval 430">
            <a:extLst>
              <a:ext uri="{FF2B5EF4-FFF2-40B4-BE49-F238E27FC236}">
                <a16:creationId id="{0D901DFF-ECC6-B84B-908E-E6211D379D2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327672" y="615213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2" name="Oval 431">
            <a:extLst>
              <a:ext uri="{FF2B5EF4-FFF2-40B4-BE49-F238E27FC236}">
                <a16:creationId id="{94E0D814-EC29-33BC-6ABE-F42BEE1DAD6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695524" y="593949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3" name="Oval 432">
            <a:extLst>
              <a:ext uri="{FF2B5EF4-FFF2-40B4-BE49-F238E27FC236}">
                <a16:creationId id="{1B0B29A3-1D69-1686-A3DB-DF8106F2DC66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12607" y="639926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1" name="Oval 400">
            <a:extLst>
              <a:ext uri="{FF2B5EF4-FFF2-40B4-BE49-F238E27FC236}">
                <a16:creationId id="{1ED13EE2-CEBE-C3DA-0C77-D8D1D7EBFC3C}"/>
              </a:ext>
            </a:extLst>
          </p:cNvPr>
          <p:cNvSpPr>
            <a:spLocks noChangeAspect="1"/>
          </p:cNvSpPr>
          <p:nvPr/>
        </p:nvSpPr>
        <p:spPr>
          <a:xfrm flipH="1">
            <a:off x="8511411" y="654654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02" name="Oval 401">
            <a:extLst>
              <a:ext uri="{FF2B5EF4-FFF2-40B4-BE49-F238E27FC236}">
                <a16:creationId id="{B5BB06A7-D77B-8632-7026-01018CA79569}"/>
              </a:ext>
            </a:extLst>
          </p:cNvPr>
          <p:cNvSpPr>
            <a:spLocks noChangeAspect="1"/>
          </p:cNvSpPr>
          <p:nvPr/>
        </p:nvSpPr>
        <p:spPr>
          <a:xfrm flipH="1">
            <a:off x="8080471" y="579563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03" name="Oval 402">
            <a:extLst>
              <a:ext uri="{FF2B5EF4-FFF2-40B4-BE49-F238E27FC236}">
                <a16:creationId id="{235445BB-4F0D-627C-BFCE-61302A62945E}"/>
              </a:ext>
            </a:extLst>
          </p:cNvPr>
          <p:cNvSpPr>
            <a:spLocks noChangeAspect="1"/>
          </p:cNvSpPr>
          <p:nvPr/>
        </p:nvSpPr>
        <p:spPr>
          <a:xfrm flipH="1">
            <a:off x="8081953" y="629501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04" name="Oval 403">
            <a:extLst>
              <a:ext uri="{FF2B5EF4-FFF2-40B4-BE49-F238E27FC236}">
                <a16:creationId id="{FE3BEA71-EC58-9BF7-875A-A5CC61EAB034}"/>
              </a:ext>
            </a:extLst>
          </p:cNvPr>
          <p:cNvSpPr>
            <a:spLocks noChangeAspect="1"/>
          </p:cNvSpPr>
          <p:nvPr/>
        </p:nvSpPr>
        <p:spPr>
          <a:xfrm flipH="1">
            <a:off x="8327961" y="615164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05" name="Oval 404">
            <a:extLst>
              <a:ext uri="{FF2B5EF4-FFF2-40B4-BE49-F238E27FC236}">
                <a16:creationId id="{8AB839B5-6D45-1361-4F3C-800B1315F945}"/>
              </a:ext>
            </a:extLst>
          </p:cNvPr>
          <p:cNvSpPr>
            <a:spLocks noChangeAspect="1"/>
          </p:cNvSpPr>
          <p:nvPr/>
        </p:nvSpPr>
        <p:spPr>
          <a:xfrm flipH="1">
            <a:off x="8695983" y="593924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06" name="Oval 405">
            <a:extLst>
              <a:ext uri="{FF2B5EF4-FFF2-40B4-BE49-F238E27FC236}">
                <a16:creationId id="{7ABC3BB3-3CAF-C699-AE52-52A82C3F9B7C}"/>
              </a:ext>
            </a:extLst>
          </p:cNvPr>
          <p:cNvSpPr>
            <a:spLocks noChangeAspect="1"/>
          </p:cNvSpPr>
          <p:nvPr/>
        </p:nvSpPr>
        <p:spPr>
          <a:xfrm flipH="1">
            <a:off x="8512073" y="639869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07" name="Oval 406">
            <a:extLst>
              <a:ext uri="{FF2B5EF4-FFF2-40B4-BE49-F238E27FC236}">
                <a16:creationId id="{AEC47FB4-238F-95EC-71D5-5720A4B249CA}"/>
              </a:ext>
            </a:extLst>
          </p:cNvPr>
          <p:cNvSpPr>
            <a:spLocks noChangeAspect="1"/>
          </p:cNvSpPr>
          <p:nvPr/>
        </p:nvSpPr>
        <p:spPr>
          <a:xfrm flipH="1">
            <a:off x="8571029" y="607878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08" name="Oval 407">
            <a:extLst>
              <a:ext uri="{FF2B5EF4-FFF2-40B4-BE49-F238E27FC236}">
                <a16:creationId id="{E7E19A91-2364-DE2C-425E-64047835B34C}"/>
              </a:ext>
            </a:extLst>
          </p:cNvPr>
          <p:cNvSpPr>
            <a:spLocks noChangeAspect="1"/>
          </p:cNvSpPr>
          <p:nvPr/>
        </p:nvSpPr>
        <p:spPr>
          <a:xfrm flipH="1">
            <a:off x="8454979" y="600975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09" name="Oval 408">
            <a:extLst>
              <a:ext uri="{FF2B5EF4-FFF2-40B4-BE49-F238E27FC236}">
                <a16:creationId id="{66A540B8-9BAD-1992-1E12-FB275872AA79}"/>
              </a:ext>
            </a:extLst>
          </p:cNvPr>
          <p:cNvSpPr>
            <a:spLocks noChangeAspect="1"/>
          </p:cNvSpPr>
          <p:nvPr/>
        </p:nvSpPr>
        <p:spPr>
          <a:xfrm flipH="1">
            <a:off x="8512091" y="569087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10" name="Oval 409">
            <a:extLst>
              <a:ext uri="{FF2B5EF4-FFF2-40B4-BE49-F238E27FC236}">
                <a16:creationId id="{D637D2B7-9457-9030-7D90-4FF6355C8647}"/>
              </a:ext>
            </a:extLst>
          </p:cNvPr>
          <p:cNvSpPr>
            <a:spLocks noChangeAspect="1"/>
          </p:cNvSpPr>
          <p:nvPr/>
        </p:nvSpPr>
        <p:spPr>
          <a:xfrm flipH="1">
            <a:off x="8942157" y="629290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11" name="Oval 410">
            <a:extLst>
              <a:ext uri="{FF2B5EF4-FFF2-40B4-BE49-F238E27FC236}">
                <a16:creationId id="{06B56302-B14D-9EE8-6F7A-F01AA0A81E23}"/>
              </a:ext>
            </a:extLst>
          </p:cNvPr>
          <p:cNvSpPr>
            <a:spLocks noChangeAspect="1"/>
          </p:cNvSpPr>
          <p:nvPr/>
        </p:nvSpPr>
        <p:spPr>
          <a:xfrm flipH="1">
            <a:off x="8943370" y="579825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12" name="Oval 411">
            <a:extLst>
              <a:ext uri="{FF2B5EF4-FFF2-40B4-BE49-F238E27FC236}">
                <a16:creationId id="{904E3C9A-C67A-7AE5-8580-6D764AD8BA0B}"/>
              </a:ext>
            </a:extLst>
          </p:cNvPr>
          <p:cNvSpPr>
            <a:spLocks noChangeAspect="1"/>
          </p:cNvSpPr>
          <p:nvPr/>
        </p:nvSpPr>
        <p:spPr>
          <a:xfrm flipH="1">
            <a:off x="8512398" y="555199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2" name="Oval 501">
            <a:extLst>
              <a:ext uri="{FF2B5EF4-FFF2-40B4-BE49-F238E27FC236}">
                <a16:creationId id="{139B4487-9C7C-1957-F166-1BE80867BD2D}"/>
              </a:ext>
            </a:extLst>
          </p:cNvPr>
          <p:cNvSpPr>
            <a:spLocks noChangeAspect="1"/>
          </p:cNvSpPr>
          <p:nvPr/>
        </p:nvSpPr>
        <p:spPr>
          <a:xfrm rot="1800000">
            <a:off x="8483450" y="4569446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503" name="Oval 502">
            <a:extLst>
              <a:ext uri="{FF2B5EF4-FFF2-40B4-BE49-F238E27FC236}">
                <a16:creationId id="{0715E3EE-1A01-F389-8172-D82039131E3A}"/>
              </a:ext>
            </a:extLst>
          </p:cNvPr>
          <p:cNvSpPr>
            <a:spLocks noChangeAspect="1"/>
          </p:cNvSpPr>
          <p:nvPr/>
        </p:nvSpPr>
        <p:spPr>
          <a:xfrm rot="1800000">
            <a:off x="8198969" y="4284965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04" name="Oval 503">
            <a:extLst>
              <a:ext uri="{FF2B5EF4-FFF2-40B4-BE49-F238E27FC236}">
                <a16:creationId id="{3630D4C9-4874-C7B6-79BE-E0CB5D0D0288}"/>
              </a:ext>
            </a:extLst>
          </p:cNvPr>
          <p:cNvSpPr>
            <a:spLocks noChangeAspect="1"/>
          </p:cNvSpPr>
          <p:nvPr/>
        </p:nvSpPr>
        <p:spPr>
          <a:xfrm rot="1800000">
            <a:off x="8056729" y="4142725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05" name="Oval 504">
            <a:extLst>
              <a:ext uri="{FF2B5EF4-FFF2-40B4-BE49-F238E27FC236}">
                <a16:creationId id="{83AE8E4B-B3D6-EC5D-2927-0D00AE5BF20E}"/>
              </a:ext>
            </a:extLst>
          </p:cNvPr>
          <p:cNvSpPr>
            <a:spLocks noChangeAspect="1"/>
          </p:cNvSpPr>
          <p:nvPr/>
        </p:nvSpPr>
        <p:spPr>
          <a:xfrm rot="1800000">
            <a:off x="8341210" y="4427205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506" name="Straight Connector 505">
            <a:extLst>
              <a:ext uri="{FF2B5EF4-FFF2-40B4-BE49-F238E27FC236}">
                <a16:creationId id="{11E31353-F12F-DBB0-96E0-C7A07389AE66}"/>
              </a:ext>
            </a:extLst>
          </p:cNvPr>
          <p:cNvCxnSpPr>
            <a:cxnSpLocks noChangeAspect="1"/>
          </p:cNvCxnSpPr>
          <p:nvPr/>
        </p:nvCxnSpPr>
        <p:spPr>
          <a:xfrm>
            <a:off x="8000244" y="4320536"/>
            <a:ext cx="1108654" cy="64008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id="{7145A1B6-5ECB-F65C-7BE8-3CAE6604C463}"/>
              </a:ext>
            </a:extLst>
          </p:cNvPr>
          <p:cNvCxnSpPr>
            <a:cxnSpLocks/>
          </p:cNvCxnSpPr>
          <p:nvPr/>
        </p:nvCxnSpPr>
        <p:spPr>
          <a:xfrm>
            <a:off x="8556423" y="3997178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id="{9F081F98-AD25-65BB-8361-4FA68E4CB19B}"/>
              </a:ext>
            </a:extLst>
          </p:cNvPr>
          <p:cNvCxnSpPr>
            <a:cxnSpLocks/>
          </p:cNvCxnSpPr>
          <p:nvPr/>
        </p:nvCxnSpPr>
        <p:spPr>
          <a:xfrm flipH="1">
            <a:off x="8002373" y="4320278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Oval 508">
            <a:extLst>
              <a:ext uri="{FF2B5EF4-FFF2-40B4-BE49-F238E27FC236}">
                <a16:creationId id="{63E2B6C7-AA9B-7BD9-D23F-AF94777A760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450304" y="455787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0" name="Oval 509">
            <a:extLst>
              <a:ext uri="{FF2B5EF4-FFF2-40B4-BE49-F238E27FC236}">
                <a16:creationId id="{655281B0-5569-F130-6E79-41E63FCFE33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565985" y="462624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5" name="Oval 524">
            <a:extLst>
              <a:ext uri="{FF2B5EF4-FFF2-40B4-BE49-F238E27FC236}">
                <a16:creationId id="{4DA4890F-F127-F318-50F4-2F130316F5EB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937285" y="484058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8" name="Oval 527">
            <a:extLst>
              <a:ext uri="{FF2B5EF4-FFF2-40B4-BE49-F238E27FC236}">
                <a16:creationId id="{D963C831-9BE2-AF76-9903-06654F4B8B0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76376" y="434353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1" name="Oval 520">
            <a:extLst>
              <a:ext uri="{FF2B5EF4-FFF2-40B4-BE49-F238E27FC236}">
                <a16:creationId id="{FF3DFB1D-15F5-79A4-0946-B2A93E4BB648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07819" y="509305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4" name="Oval 523">
            <a:extLst>
              <a:ext uri="{FF2B5EF4-FFF2-40B4-BE49-F238E27FC236}">
                <a16:creationId id="{8D358C84-9C71-5AC3-88A0-C2738A5FA824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507819" y="409896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3" name="Oval 512">
            <a:extLst>
              <a:ext uri="{FF2B5EF4-FFF2-40B4-BE49-F238E27FC236}">
                <a16:creationId id="{19AA0FFD-836C-65AA-AE97-F03442626DAA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938273" y="4345510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6" name="Oval 515">
            <a:extLst>
              <a:ext uri="{FF2B5EF4-FFF2-40B4-BE49-F238E27FC236}">
                <a16:creationId id="{6A8C4692-A9FB-9FCD-4522-62EEBFD6069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077364" y="484255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7" name="Oval 516">
            <a:extLst>
              <a:ext uri="{FF2B5EF4-FFF2-40B4-BE49-F238E27FC236}">
                <a16:creationId id="{AAC0CF7C-6DFD-155F-61D5-03A92F76B0A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07818" y="423771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id="{5F9CBCF4-C7C9-A9F9-5E10-B7C8FCB19F7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323418" y="469938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9" name="Oval 518">
            <a:extLst>
              <a:ext uri="{FF2B5EF4-FFF2-40B4-BE49-F238E27FC236}">
                <a16:creationId id="{77CDB059-A323-31E4-B2BB-C2AF0FE35CE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8691270" y="448674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id="{6BD5B13E-90EF-1271-C54A-25B3BA09826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508353" y="49465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98" name="Oval 497">
            <a:extLst>
              <a:ext uri="{FF2B5EF4-FFF2-40B4-BE49-F238E27FC236}">
                <a16:creationId id="{2A43D31C-2AE3-F151-A10F-CC51141C22F2}"/>
              </a:ext>
            </a:extLst>
          </p:cNvPr>
          <p:cNvSpPr>
            <a:spLocks noChangeAspect="1"/>
          </p:cNvSpPr>
          <p:nvPr/>
        </p:nvSpPr>
        <p:spPr>
          <a:xfrm flipH="1">
            <a:off x="8937285" y="484058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9" name="Oval 498">
            <a:extLst>
              <a:ext uri="{FF2B5EF4-FFF2-40B4-BE49-F238E27FC236}">
                <a16:creationId id="{2F948F25-94E4-1CFB-2E84-91D0BA63C2A4}"/>
              </a:ext>
            </a:extLst>
          </p:cNvPr>
          <p:cNvSpPr>
            <a:spLocks noChangeAspect="1"/>
          </p:cNvSpPr>
          <p:nvPr/>
        </p:nvSpPr>
        <p:spPr>
          <a:xfrm flipH="1">
            <a:off x="8507238" y="409925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7" name="Oval 486">
            <a:extLst>
              <a:ext uri="{FF2B5EF4-FFF2-40B4-BE49-F238E27FC236}">
                <a16:creationId id="{54FA5B59-54F0-2187-5740-4DEBF6BCEA30}"/>
              </a:ext>
            </a:extLst>
          </p:cNvPr>
          <p:cNvSpPr>
            <a:spLocks noChangeAspect="1"/>
          </p:cNvSpPr>
          <p:nvPr/>
        </p:nvSpPr>
        <p:spPr>
          <a:xfrm flipH="1">
            <a:off x="8507157" y="509379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8" name="Oval 487">
            <a:extLst>
              <a:ext uri="{FF2B5EF4-FFF2-40B4-BE49-F238E27FC236}">
                <a16:creationId id="{0142EEEE-ED84-DE60-26C3-203D47B6D78E}"/>
              </a:ext>
            </a:extLst>
          </p:cNvPr>
          <p:cNvSpPr>
            <a:spLocks noChangeAspect="1"/>
          </p:cNvSpPr>
          <p:nvPr/>
        </p:nvSpPr>
        <p:spPr>
          <a:xfrm flipH="1">
            <a:off x="8076217" y="43428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89" name="Oval 488">
            <a:extLst>
              <a:ext uri="{FF2B5EF4-FFF2-40B4-BE49-F238E27FC236}">
                <a16:creationId id="{D418E17F-AB48-64C8-0821-1288E76BDACF}"/>
              </a:ext>
            </a:extLst>
          </p:cNvPr>
          <p:cNvSpPr>
            <a:spLocks noChangeAspect="1"/>
          </p:cNvSpPr>
          <p:nvPr/>
        </p:nvSpPr>
        <p:spPr>
          <a:xfrm flipH="1">
            <a:off x="8938273" y="4345510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0" name="Oval 489">
            <a:extLst>
              <a:ext uri="{FF2B5EF4-FFF2-40B4-BE49-F238E27FC236}">
                <a16:creationId id="{6D08268C-F51E-AD9C-08D9-6EADFCBCBBC1}"/>
              </a:ext>
            </a:extLst>
          </p:cNvPr>
          <p:cNvSpPr>
            <a:spLocks noChangeAspect="1"/>
          </p:cNvSpPr>
          <p:nvPr/>
        </p:nvSpPr>
        <p:spPr>
          <a:xfrm flipH="1">
            <a:off x="8077699" y="484226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1" name="Oval 490">
            <a:extLst>
              <a:ext uri="{FF2B5EF4-FFF2-40B4-BE49-F238E27FC236}">
                <a16:creationId id="{B3F07B15-5057-B454-B8CB-855AC053C848}"/>
              </a:ext>
            </a:extLst>
          </p:cNvPr>
          <p:cNvSpPr>
            <a:spLocks noChangeAspect="1"/>
          </p:cNvSpPr>
          <p:nvPr/>
        </p:nvSpPr>
        <p:spPr>
          <a:xfrm flipH="1">
            <a:off x="8323707" y="469889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2" name="Oval 491">
            <a:extLst>
              <a:ext uri="{FF2B5EF4-FFF2-40B4-BE49-F238E27FC236}">
                <a16:creationId id="{221BE910-51AD-D809-A829-917DE89C2E34}"/>
              </a:ext>
            </a:extLst>
          </p:cNvPr>
          <p:cNvSpPr>
            <a:spLocks noChangeAspect="1"/>
          </p:cNvSpPr>
          <p:nvPr/>
        </p:nvSpPr>
        <p:spPr>
          <a:xfrm flipH="1">
            <a:off x="8691729" y="448649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3" name="Oval 492">
            <a:extLst>
              <a:ext uri="{FF2B5EF4-FFF2-40B4-BE49-F238E27FC236}">
                <a16:creationId id="{A5A9DEF6-E768-6AF6-CE0A-76C7BAA06303}"/>
              </a:ext>
            </a:extLst>
          </p:cNvPr>
          <p:cNvSpPr>
            <a:spLocks noChangeAspect="1"/>
          </p:cNvSpPr>
          <p:nvPr/>
        </p:nvSpPr>
        <p:spPr>
          <a:xfrm flipH="1">
            <a:off x="8507819" y="494594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4" name="Oval 493">
            <a:extLst>
              <a:ext uri="{FF2B5EF4-FFF2-40B4-BE49-F238E27FC236}">
                <a16:creationId id="{E5561D35-799B-40DF-CECE-F9DF230CBA74}"/>
              </a:ext>
            </a:extLst>
          </p:cNvPr>
          <p:cNvSpPr>
            <a:spLocks noChangeAspect="1"/>
          </p:cNvSpPr>
          <p:nvPr/>
        </p:nvSpPr>
        <p:spPr>
          <a:xfrm flipH="1">
            <a:off x="8566775" y="462603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95" name="Oval 494">
            <a:extLst>
              <a:ext uri="{FF2B5EF4-FFF2-40B4-BE49-F238E27FC236}">
                <a16:creationId id="{1B8DFA3C-4364-965F-664B-618B60352898}"/>
              </a:ext>
            </a:extLst>
          </p:cNvPr>
          <p:cNvSpPr>
            <a:spLocks noChangeAspect="1"/>
          </p:cNvSpPr>
          <p:nvPr/>
        </p:nvSpPr>
        <p:spPr>
          <a:xfrm flipH="1">
            <a:off x="8450725" y="455700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6" name="Oval 495">
            <a:extLst>
              <a:ext uri="{FF2B5EF4-FFF2-40B4-BE49-F238E27FC236}">
                <a16:creationId id="{51F42185-5DF7-56F4-CD6B-DEA2BE814612}"/>
              </a:ext>
            </a:extLst>
          </p:cNvPr>
          <p:cNvSpPr>
            <a:spLocks noChangeAspect="1"/>
          </p:cNvSpPr>
          <p:nvPr/>
        </p:nvSpPr>
        <p:spPr>
          <a:xfrm flipH="1">
            <a:off x="8507837" y="423812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29" name="TextBox 928">
            <a:extLst>
              <a:ext uri="{FF2B5EF4-FFF2-40B4-BE49-F238E27FC236}">
                <a16:creationId id="{A7F8047A-F34C-2436-A3A2-4DF754278C5F}"/>
              </a:ext>
            </a:extLst>
          </p:cNvPr>
          <p:cNvSpPr txBox="1"/>
          <p:nvPr/>
        </p:nvSpPr>
        <p:spPr>
          <a:xfrm>
            <a:off x="-760015" y="6373569"/>
            <a:ext cx="38627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representations with 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hints of geometrical structure.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id="{316D5710-AE74-CD34-F369-BB78F6FA9012}"/>
              </a:ext>
            </a:extLst>
          </p:cNvPr>
          <p:cNvSpPr txBox="1"/>
          <p:nvPr/>
        </p:nvSpPr>
        <p:spPr>
          <a:xfrm>
            <a:off x="4152421" y="5033717"/>
            <a:ext cx="38627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Noether Core.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is an amazing structure.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nested orbiting binaries. 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Vastly different energy scales.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Transactional store of h-bar.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Size &amp; frequency change with energy.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Shape changes with velocity.</a:t>
            </a:r>
          </a:p>
          <a:p>
            <a:pPr algn="ctr"/>
            <a:r>
              <a:rPr lang="en-US" sz="1100" i="1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Behaviour</a:t>
            </a: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based on standard </a:t>
            </a:r>
          </a:p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superposition and path history.</a:t>
            </a:r>
          </a:p>
          <a:p>
            <a:pPr algn="ctr"/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28" name="Footer Placeholder 3">
            <a:extLst>
              <a:ext uri="{FF2B5EF4-FFF2-40B4-BE49-F238E27FC236}">
                <a16:creationId id="{3E4E1BA2-C469-7CA7-D562-5550F049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1321" y="6050079"/>
            <a:ext cx="4114800" cy="951547"/>
          </a:xfrm>
        </p:spPr>
        <p:txBody>
          <a:bodyPr/>
          <a:lstStyle/>
          <a:p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  <a:p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March 12, 2022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id="{53FB2915-73D3-D919-2002-E72B467DC4AA}"/>
              </a:ext>
            </a:extLst>
          </p:cNvPr>
          <p:cNvSpPr txBox="1"/>
          <p:nvPr/>
        </p:nvSpPr>
        <p:spPr>
          <a:xfrm>
            <a:off x="9755753" y="2822034"/>
            <a:ext cx="243522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Nucleon Assemblies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Proton : up, down,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Neutron : down, up, 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Clusters of Nucleons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Atomic nuclei</a:t>
            </a:r>
          </a:p>
          <a:p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Atoms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Atomic nuclei + electrons</a:t>
            </a:r>
          </a:p>
          <a:p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Advanced Assemblies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Photon : coaxial contra-rotating planar Noether cores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Neutrino : wobbly Noether cores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100" b="1" i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Clusters of Noether Cores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spacetime assemblies with near perfect shielding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aka spacetime aether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aka quantum vacuum</a:t>
            </a:r>
          </a:p>
          <a:p>
            <a:endParaRPr lang="en-US" sz="1100" i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06637255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id="{177B3BCB-D82C-E84C-9991-CE693E895CA7}"/>
              </a:ext>
            </a:extLst>
          </p:cNvPr>
          <p:cNvSpPr>
            <a:spLocks noChangeAspect="1"/>
          </p:cNvSpPr>
          <p:nvPr/>
        </p:nvSpPr>
        <p:spPr>
          <a:xfrm rot="1800000">
            <a:off x="2734761" y="3061802"/>
            <a:ext cx="457200" cy="45720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id="{5D9E1FD4-330D-3B4F-A764-B00628290EBE}"/>
              </a:ext>
            </a:extLst>
          </p:cNvPr>
          <p:cNvSpPr>
            <a:spLocks noChangeAspect="1"/>
          </p:cNvSpPr>
          <p:nvPr/>
        </p:nvSpPr>
        <p:spPr>
          <a:xfrm rot="1800000">
            <a:off x="1820361" y="2147402"/>
            <a:ext cx="2286000" cy="228600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id="{3D797F7D-C83C-D742-9FC8-0BE013F59B40}"/>
              </a:ext>
            </a:extLst>
          </p:cNvPr>
          <p:cNvSpPr>
            <a:spLocks noChangeAspect="1"/>
          </p:cNvSpPr>
          <p:nvPr/>
        </p:nvSpPr>
        <p:spPr>
          <a:xfrm rot="1800000">
            <a:off x="1363161" y="1690202"/>
            <a:ext cx="3200400" cy="320040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id="{29D26BB5-DDB3-0A45-B9F6-FD176EE0C297}"/>
              </a:ext>
            </a:extLst>
          </p:cNvPr>
          <p:cNvSpPr>
            <a:spLocks noChangeAspect="1"/>
          </p:cNvSpPr>
          <p:nvPr/>
        </p:nvSpPr>
        <p:spPr>
          <a:xfrm rot="1800000">
            <a:off x="2277561" y="2604602"/>
            <a:ext cx="1371600" cy="137160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id="{793C31BC-F83F-CF48-B20A-A672F362EA0E}"/>
              </a:ext>
            </a:extLst>
          </p:cNvPr>
          <p:cNvCxnSpPr>
            <a:cxnSpLocks/>
          </p:cNvCxnSpPr>
          <p:nvPr/>
        </p:nvCxnSpPr>
        <p:spPr>
          <a:xfrm>
            <a:off x="1181600" y="2261702"/>
            <a:ext cx="3563522" cy="20574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id="{E1C5B36E-FC76-B141-89FC-2F217486F2E3}"/>
              </a:ext>
            </a:extLst>
          </p:cNvPr>
          <p:cNvCxnSpPr>
            <a:cxnSpLocks/>
          </p:cNvCxnSpPr>
          <p:nvPr/>
        </p:nvCxnSpPr>
        <p:spPr>
          <a:xfrm>
            <a:off x="2969317" y="1222376"/>
            <a:ext cx="0" cy="412915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id="{589C181E-0DC7-AA4B-B69E-4D3A6425364E}"/>
              </a:ext>
            </a:extLst>
          </p:cNvPr>
          <p:cNvCxnSpPr>
            <a:cxnSpLocks/>
          </p:cNvCxnSpPr>
          <p:nvPr/>
        </p:nvCxnSpPr>
        <p:spPr>
          <a:xfrm flipH="1">
            <a:off x="1188445" y="2260907"/>
            <a:ext cx="3550911" cy="205830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id="{1B4CC914-0A26-D941-9BC5-A962E3AE877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628221" y="3024614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id="{7CF8744D-9519-A84A-B262-7C7B66B8C3F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000052" y="3244354"/>
            <a:ext cx="304800" cy="30480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id="{5ECB932A-CF4D-4D46-A790-2B7F41A77E99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193513" y="3933305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id="{095E583B-B1DC-4C4C-811E-E299BE753AA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426313" y="2335661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id="{C5DB7071-D0D5-3846-A6F9-0EA35A2E6397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813088" y="4744827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id="{C60B9279-BA0A-FD46-9755-78F4BEBDED8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813088" y="1549539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id="{72F2569F-15F5-B442-AD30-AC2694E35DD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196688" y="2342011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id="{98495DEA-40DA-2241-929F-41088055BDC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429488" y="3939655"/>
            <a:ext cx="304800" cy="304800"/>
          </a:xfrm>
          <a:prstGeom prst="ellipse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id="{AE8BA4C5-756E-F648-B325-5D0219BBCC3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813087" y="1995515"/>
            <a:ext cx="304800" cy="30480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id="{170CF0D0-8D8D-C44A-A5BA-D5BB45ADF6D4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220375" y="3479450"/>
            <a:ext cx="304800" cy="30480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id="{E35B4EAA-23B1-F943-99C4-9F0DE0400B4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02752" y="2795967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id="{FBABADE8-45C0-1447-9E16-E4BB1F37C97B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814805" y="4273804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of Nature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1" y="1502303"/>
            <a:ext cx="60684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Standard Model 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 to 12 architrinos per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inner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electrino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en-US" dirty="0" err="1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binary orbitals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is the Noether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nested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generate the strong force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Spin determines chirality of the </a:t>
            </a:r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polar orbitals for weak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Mix determines type of fermion and anti-ness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 electrinos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 -e/6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 positrinos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Traditional “wave equation” orbitals described by the path history of architrinos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487114" y="5572044"/>
            <a:ext cx="30033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Standard Model Template</a:t>
            </a:r>
          </a:p>
          <a:p>
            <a:pPr algn="ctr"/>
            <a:r>
              <a:rPr lang="en-US" sz="11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60251171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id="{7C94C084-4476-0C4E-B896-CB3AC89A47F6}"/>
              </a:ext>
            </a:extLst>
          </p:cNvPr>
          <p:cNvSpPr txBox="1">
            <a:spLocks/>
          </p:cNvSpPr>
          <p:nvPr/>
        </p:nvSpPr>
        <p:spPr>
          <a:xfrm>
            <a:off x="10970135" y="655211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Rectangle 1">
            <a:extLst>
              <a:ext uri="{FF2B5EF4-FFF2-40B4-BE49-F238E27FC236}">
                <a16:creationId id="{6B490009-C747-6B13-05B6-3D4DE50DB6A7}"/>
              </a:ext>
            </a:extLst>
          </p:cNvPr>
          <p:cNvSpPr/>
          <p:nvPr/>
        </p:nvSpPr>
        <p:spPr>
          <a:xfrm>
            <a:off x="855499" y="429872"/>
            <a:ext cx="10716268" cy="523220"/>
          </a:xfrm>
          <a:prstGeom prst="rect">
            <a:avLst/>
          </a:prstGeom>
          <a:solidFill>
            <a:srgbClr val="7030A0"/>
          </a:solidFill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Kits Required to Assemble the Standard Model</a:t>
            </a:r>
            <a:endParaRPr kumimoji="0" lang="en-US" sz="2800" b="1" i="0" u="none" strike="noStrike" kern="1200" cap="none" spc="0" normalizeH="0" baseline="30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id="{332B7B89-0BA2-611A-CD44-E58BD7DC9307}"/>
              </a:ext>
            </a:extLst>
          </p:cNvPr>
          <p:cNvGrpSpPr/>
          <p:nvPr/>
        </p:nvGrpSpPr>
        <p:grpSpPr>
          <a:xfrm>
            <a:off x="4037842" y="1777298"/>
            <a:ext cx="4351582" cy="3303403"/>
            <a:chOff x="2850759" y="3260360"/>
            <a:chExt cx="4351582" cy="3303403"/>
          </a:xfrm>
        </p:grpSpPr>
        <p:sp>
          <p:nvSpPr>
            <p:cNvPr id="32" name="Rounded Rectangle 31">
              <a:extLst>
                <a:ext uri="{FF2B5EF4-FFF2-40B4-BE49-F238E27FC236}">
                  <a16:creationId id="{CD7C891B-3EBA-9FE6-17E7-20BFBFF3D0E7}"/>
                </a:ext>
              </a:extLst>
            </p:cNvPr>
            <p:cNvSpPr/>
            <p:nvPr/>
          </p:nvSpPr>
          <p:spPr>
            <a:xfrm>
              <a:off x="2850759" y="3267980"/>
              <a:ext cx="1340384" cy="2993893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Core III = Gen I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id="{D638E145-B7FB-7F43-A9FA-CDFC1E3F12CC}"/>
                </a:ext>
              </a:extLst>
            </p:cNvPr>
            <p:cNvSpPr/>
            <p:nvPr/>
          </p:nvSpPr>
          <p:spPr>
            <a:xfrm>
              <a:off x="2912708" y="4128472"/>
              <a:ext cx="1220889" cy="200940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Core II = Gen II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id="{F6387322-25CA-0F54-CF29-0A68F0845C1E}"/>
                </a:ext>
              </a:extLst>
            </p:cNvPr>
            <p:cNvSpPr/>
            <p:nvPr/>
          </p:nvSpPr>
          <p:spPr>
            <a:xfrm>
              <a:off x="2976451" y="5036707"/>
              <a:ext cx="1098309" cy="974418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Core I = Gen III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id="{C7983418-1A01-7DAE-C041-AD66480806C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134218" y="558560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id="{758CC66B-0858-3744-59CC-279B0A00468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18535" y="55856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id="{89707A7F-F7EE-03AD-3A21-B985174A439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137393" y="4492569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id="{AF86B3E5-4D71-4292-4DD4-CACCE87AA60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21710" y="4492569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id="{AF78E1B2-8A81-329C-2682-19D81C542D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134218" y="367942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id="{E795D73D-A617-29A9-B689-263D2A8422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18535" y="367942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id="{1DB0F12D-7964-354E-7E5E-461CA0DE19E0}"/>
                </a:ext>
              </a:extLst>
            </p:cNvPr>
            <p:cNvSpPr txBox="1"/>
            <p:nvPr/>
          </p:nvSpPr>
          <p:spPr>
            <a:xfrm>
              <a:off x="2850759" y="6309847"/>
              <a:ext cx="140603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Noether Cores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id="{36ACB049-4443-AEE7-F1E9-25C89A0F9BCF}"/>
                </a:ext>
              </a:extLst>
            </p:cNvPr>
            <p:cNvSpPr txBox="1"/>
            <p:nvPr/>
          </p:nvSpPr>
          <p:spPr>
            <a:xfrm>
              <a:off x="4430071" y="6309847"/>
              <a:ext cx="277227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Weak Polar Personality Packs</a:t>
              </a:r>
            </a:p>
          </p:txBody>
        </p:sp>
        <p:grpSp>
          <p:nvGrpSpPr>
            <p:cNvPr id="125" name="Group 124">
              <a:extLst>
                <a:ext uri="{FF2B5EF4-FFF2-40B4-BE49-F238E27FC236}">
                  <a16:creationId id="{A0EBF7BB-4806-AD03-22AD-5FE7E9057930}"/>
                </a:ext>
              </a:extLst>
            </p:cNvPr>
            <p:cNvGrpSpPr/>
            <p:nvPr/>
          </p:nvGrpSpPr>
          <p:grpSpPr>
            <a:xfrm>
              <a:off x="4384588" y="3260360"/>
              <a:ext cx="2772270" cy="350695"/>
              <a:chOff x="9151530" y="3585226"/>
              <a:chExt cx="2772270" cy="350695"/>
            </a:xfrm>
          </p:grpSpPr>
          <p:sp>
            <p:nvSpPr>
              <p:cNvPr id="40" name="Rounded Rectangle 39">
                <a:extLst>
                  <a:ext uri="{FF2B5EF4-FFF2-40B4-BE49-F238E27FC236}">
                    <a16:creationId id="{1FDF200A-2C5B-ED90-5258-1D8842B8B485}"/>
                  </a:ext>
                </a:extLst>
              </p:cNvPr>
              <p:cNvSpPr/>
              <p:nvPr/>
            </p:nvSpPr>
            <p:spPr>
              <a:xfrm>
                <a:off x="9151530" y="3585226"/>
                <a:ext cx="2772270" cy="350695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id="{5CCA02AF-D022-B309-2FA9-8DEA444229E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id="{4703DC7F-39AC-0174-29F6-8E654158B9D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id="{35EB6BE0-D7F5-FA46-B167-9DCD62EF850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id="{03A39B1E-4A61-0DB1-8EAB-814301E2138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id="{CF7856A0-D358-28DE-5BEE-21E30B6E9E4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id="{17229F6B-0C3B-E346-1A2F-2FF775F3866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3608173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id="{FF0AD4BE-1A67-3749-DB93-5F112F098871}"/>
                </a:ext>
              </a:extLst>
            </p:cNvPr>
            <p:cNvGrpSpPr/>
            <p:nvPr/>
          </p:nvGrpSpPr>
          <p:grpSpPr>
            <a:xfrm>
              <a:off x="4384588" y="5928165"/>
              <a:ext cx="2772270" cy="347376"/>
              <a:chOff x="9150196" y="6171554"/>
              <a:chExt cx="2772270" cy="347376"/>
            </a:xfrm>
          </p:grpSpPr>
          <p:sp>
            <p:nvSpPr>
              <p:cNvPr id="65" name="Rounded Rectangle 64">
                <a:extLst>
                  <a:ext uri="{FF2B5EF4-FFF2-40B4-BE49-F238E27FC236}">
                    <a16:creationId id="{E58BE0B2-5796-5BA7-7E58-F72DE9468AEE}"/>
                  </a:ext>
                </a:extLst>
              </p:cNvPr>
              <p:cNvSpPr/>
              <p:nvPr/>
            </p:nvSpPr>
            <p:spPr>
              <a:xfrm>
                <a:off x="9150196" y="6171554"/>
                <a:ext cx="2772270" cy="347376"/>
              </a:xfrm>
              <a:prstGeom prst="roundRect">
                <a:avLst/>
              </a:prstGeom>
              <a:solidFill>
                <a:srgbClr val="FF85F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id="{597FEF4A-5438-9507-3223-0FD09089333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id="{CA29F13D-B41F-D881-A439-D9B8A997969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id="{872DE99A-9F8A-0A13-5A3A-6284E73BFA8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id="{85DDFD15-6D5D-C2EA-753B-E5D2B51A070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id="{0111716D-5672-3F28-3BE4-49AB49CE1CA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id="{E5A5B802-36EB-3AB3-D497-E91508733E6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61928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id="{1652FC23-A7D3-2C30-95C0-5959C56DAB83}"/>
                </a:ext>
              </a:extLst>
            </p:cNvPr>
            <p:cNvGrpSpPr/>
            <p:nvPr/>
          </p:nvGrpSpPr>
          <p:grpSpPr>
            <a:xfrm>
              <a:off x="4384588" y="5484638"/>
              <a:ext cx="2772270" cy="347376"/>
              <a:chOff x="9152667" y="5715354"/>
              <a:chExt cx="2772270" cy="347376"/>
            </a:xfrm>
          </p:grpSpPr>
          <p:sp>
            <p:nvSpPr>
              <p:cNvPr id="103" name="Rounded Rectangle 102">
                <a:extLst>
                  <a:ext uri="{FF2B5EF4-FFF2-40B4-BE49-F238E27FC236}">
                    <a16:creationId id="{81E8A75E-3650-EF7D-B2D9-423E18C4E506}"/>
                  </a:ext>
                </a:extLst>
              </p:cNvPr>
              <p:cNvSpPr/>
              <p:nvPr/>
            </p:nvSpPr>
            <p:spPr>
              <a:xfrm>
                <a:off x="9152667" y="5715354"/>
                <a:ext cx="2772270" cy="347376"/>
              </a:xfrm>
              <a:prstGeom prst="roundRect">
                <a:avLst/>
              </a:prstGeom>
              <a:gradFill flip="none" rotWithShape="1">
                <a:gsLst>
                  <a:gs pos="17000">
                    <a:schemeClr val="accent1">
                      <a:lumMod val="40000"/>
                      <a:lumOff val="60000"/>
                    </a:schemeClr>
                  </a:gs>
                  <a:gs pos="19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id="{88404756-A0B3-CA07-936B-8EC31E27821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5736642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id="{1DB62F0A-163B-1EFE-1815-339CE5A38FE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id="{4E1426C2-BCD4-4D67-73D6-40F4DEC05F5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id="{1BEA3742-4435-3EE3-7219-8E659705C50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id="{F8D55DAA-6EAA-1A4D-4F9E-93B8F981171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id="{D8714F48-6DB3-B2CF-F95A-571D57BA97F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573664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id="{DB0F6112-3730-A43F-E737-A206EB84DB94}"/>
                </a:ext>
              </a:extLst>
            </p:cNvPr>
            <p:cNvGrpSpPr/>
            <p:nvPr/>
          </p:nvGrpSpPr>
          <p:grpSpPr>
            <a:xfrm>
              <a:off x="4384588" y="5041110"/>
              <a:ext cx="2772270" cy="347376"/>
              <a:chOff x="9142576" y="5279432"/>
              <a:chExt cx="2772270" cy="347376"/>
            </a:xfrm>
          </p:grpSpPr>
          <p:sp>
            <p:nvSpPr>
              <p:cNvPr id="96" name="Rounded Rectangle 95">
                <a:extLst>
                  <a:ext uri="{FF2B5EF4-FFF2-40B4-BE49-F238E27FC236}">
                    <a16:creationId id="{0B05BE1E-A159-0FE4-F334-45082E7B4EED}"/>
                  </a:ext>
                </a:extLst>
              </p:cNvPr>
              <p:cNvSpPr/>
              <p:nvPr/>
            </p:nvSpPr>
            <p:spPr>
              <a:xfrm>
                <a:off x="9142576" y="5279432"/>
                <a:ext cx="2772270" cy="347376"/>
              </a:xfrm>
              <a:prstGeom prst="roundRect">
                <a:avLst/>
              </a:prstGeom>
              <a:gradFill flip="none" rotWithShape="1">
                <a:gsLst>
                  <a:gs pos="33000">
                    <a:schemeClr val="accent1">
                      <a:lumMod val="40000"/>
                      <a:lumOff val="60000"/>
                    </a:schemeClr>
                  </a:gs>
                  <a:gs pos="35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id="{ED6DEFDC-4AF1-3D45-A57E-F4F3DC0DD36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530072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id="{392295F3-37D9-3FFE-9A9C-A708D55A09B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530072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id="{FD4C4E48-2254-006D-4E8E-19948C0830D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530072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id="{C30ED3BC-8B99-3823-643E-028B9A799E3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530072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id="{557D5AA4-D211-1ED1-D1D7-6061FF8EE6C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530072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id="{3BB7EC88-689E-31F4-7773-7F3C273A42D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530072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id="{17C5B824-94D5-7020-D8AA-4BE7492140E6}"/>
                </a:ext>
              </a:extLst>
            </p:cNvPr>
            <p:cNvGrpSpPr/>
            <p:nvPr/>
          </p:nvGrpSpPr>
          <p:grpSpPr>
            <a:xfrm>
              <a:off x="4384588" y="4597582"/>
              <a:ext cx="2772270" cy="347376"/>
              <a:chOff x="9160287" y="4892394"/>
              <a:chExt cx="2772270" cy="347376"/>
            </a:xfrm>
          </p:grpSpPr>
          <p:sp>
            <p:nvSpPr>
              <p:cNvPr id="89" name="Rounded Rectangle 88">
                <a:extLst>
                  <a:ext uri="{FF2B5EF4-FFF2-40B4-BE49-F238E27FC236}">
                    <a16:creationId id="{A5823599-EEEC-97D2-BFB6-59D129370828}"/>
                  </a:ext>
                </a:extLst>
              </p:cNvPr>
              <p:cNvSpPr/>
              <p:nvPr/>
            </p:nvSpPr>
            <p:spPr>
              <a:xfrm>
                <a:off x="9160287" y="4892394"/>
                <a:ext cx="2772270" cy="347376"/>
              </a:xfrm>
              <a:prstGeom prst="roundRect">
                <a:avLst/>
              </a:prstGeom>
              <a:gradFill flip="none" rotWithShape="1">
                <a:gsLst>
                  <a:gs pos="49000">
                    <a:schemeClr val="accent1">
                      <a:lumMod val="40000"/>
                      <a:lumOff val="60000"/>
                    </a:schemeClr>
                  </a:gs>
                  <a:gs pos="53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id="{924D1253-CDD1-D751-CEA8-48EDCB69A79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4913682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id="{10BEED35-8E19-EDAC-A79D-3D38FDB3DA7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4913682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id="{0876B333-D7B9-A141-BB4A-AC20ECEA254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4913682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id="{84BF3642-FD2E-F818-D4F8-AFBE4A1B903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491368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id="{4B008011-3624-6782-B8FC-B42E5CE6328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491368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id="{5F8844A1-3C2C-6A54-2D01-C673D900E45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4913682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id="{57F34AC3-06E9-BFCA-A6C3-D47142747D29}"/>
                </a:ext>
              </a:extLst>
            </p:cNvPr>
            <p:cNvGrpSpPr/>
            <p:nvPr/>
          </p:nvGrpSpPr>
          <p:grpSpPr>
            <a:xfrm>
              <a:off x="4384588" y="3707207"/>
              <a:ext cx="2772270" cy="350695"/>
              <a:chOff x="9150196" y="4026381"/>
              <a:chExt cx="2772270" cy="350695"/>
            </a:xfrm>
          </p:grpSpPr>
          <p:sp>
            <p:nvSpPr>
              <p:cNvPr id="75" name="Rounded Rectangle 74">
                <a:extLst>
                  <a:ext uri="{FF2B5EF4-FFF2-40B4-BE49-F238E27FC236}">
                    <a16:creationId id="{44FCA746-FA77-22A6-D9AE-16AEA3100EAF}"/>
                  </a:ext>
                </a:extLst>
              </p:cNvPr>
              <p:cNvSpPr/>
              <p:nvPr/>
            </p:nvSpPr>
            <p:spPr>
              <a:xfrm>
                <a:off x="9150196" y="4026381"/>
                <a:ext cx="2772270" cy="350695"/>
              </a:xfrm>
              <a:prstGeom prst="roundRect">
                <a:avLst/>
              </a:prstGeom>
              <a:gradFill flip="none" rotWithShape="1">
                <a:gsLst>
                  <a:gs pos="83000">
                    <a:schemeClr val="accent1">
                      <a:lumMod val="40000"/>
                      <a:lumOff val="60000"/>
                    </a:schemeClr>
                  </a:gs>
                  <a:gs pos="84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id="{4090B90A-05C6-10C8-168E-3CC569A6E59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id="{B5E7C716-2CB2-5666-7D2A-2E500EA5CE9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id="{457A2FB7-42FB-AEC3-8DBC-59197C647F6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id="{3FDC771B-AACD-2F27-6D1F-D6AD6159EA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id="{3DE3B75E-6302-B0B7-0AF0-580FBE71AAF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4049328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id="{18B97C1C-3ADE-8376-A1F4-AF0C34B5480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4049328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id="{F5D92684-C257-C955-2EEE-F496B3865908}"/>
                </a:ext>
              </a:extLst>
            </p:cNvPr>
            <p:cNvGrpSpPr/>
            <p:nvPr/>
          </p:nvGrpSpPr>
          <p:grpSpPr>
            <a:xfrm>
              <a:off x="4384588" y="4154054"/>
              <a:ext cx="2772270" cy="347376"/>
              <a:chOff x="9150196" y="4456472"/>
              <a:chExt cx="2772270" cy="347376"/>
            </a:xfrm>
          </p:grpSpPr>
          <p:sp>
            <p:nvSpPr>
              <p:cNvPr id="82" name="Rounded Rectangle 81">
                <a:extLst>
                  <a:ext uri="{FF2B5EF4-FFF2-40B4-BE49-F238E27FC236}">
                    <a16:creationId id="{430A2741-6D3B-2578-3C6C-50FE84C61BA5}"/>
                  </a:ext>
                </a:extLst>
              </p:cNvPr>
              <p:cNvSpPr/>
              <p:nvPr/>
            </p:nvSpPr>
            <p:spPr>
              <a:xfrm>
                <a:off x="9150196" y="4456472"/>
                <a:ext cx="2772270" cy="347376"/>
              </a:xfrm>
              <a:prstGeom prst="roundRect">
                <a:avLst/>
              </a:prstGeom>
              <a:gradFill flip="none" rotWithShape="1">
                <a:gsLst>
                  <a:gs pos="67000">
                    <a:schemeClr val="accent1">
                      <a:lumMod val="40000"/>
                      <a:lumOff val="60000"/>
                    </a:schemeClr>
                  </a:gs>
                  <a:gs pos="68000">
                    <a:srgbClr val="FF8AD8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id="{7664AAE1-3E5F-E2E9-F9D8-27911BB517E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54140" y="447776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id="{38D42820-6FC2-4B32-1F8E-5CFB92A85EB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06945" y="447776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id="{7C896EB9-53C5-7076-8C1E-5E6E7AC2277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163560" y="447776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id="{D06C136E-CE4D-6926-D0B7-14EAC10B5D0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610140" y="4477760"/>
                <a:ext cx="304800" cy="304800"/>
              </a:xfrm>
              <a:prstGeom prst="ellipse">
                <a:avLst/>
              </a:prstGeom>
              <a:solidFill>
                <a:srgbClr val="0070C0"/>
              </a:solidFill>
            </p:spPr>
            <p:txBody>
              <a:bodyPr wrap="none" lIns="0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−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id="{12F1207C-E106-0FBF-9692-10CF4B774F6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062945" y="447776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id="{A31F356D-7D5A-CBE6-A714-42B59723D00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1522654" y="447776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txBody>
              <a:bodyPr wrap="none" lIns="9144" tIns="0" rIns="0" bIns="82296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</a:t>
                </a:r>
              </a:p>
            </p:txBody>
          </p:sp>
        </p:grpSp>
        <p:sp>
          <p:nvSpPr>
            <p:cNvPr id="132" name="Rounded Rectangle 131">
              <a:extLst>
                <a:ext uri="{FF2B5EF4-FFF2-40B4-BE49-F238E27FC236}">
                  <a16:creationId id="{0BE24794-2B5B-4A24-D181-2B5371986568}"/>
                </a:ext>
              </a:extLst>
            </p:cNvPr>
            <p:cNvSpPr/>
            <p:nvPr/>
          </p:nvSpPr>
          <p:spPr>
            <a:xfrm>
              <a:off x="3560195" y="5361014"/>
              <a:ext cx="417033" cy="597953"/>
            </a:xfrm>
            <a:prstGeom prst="roundRect">
              <a:avLst/>
            </a:prstGeom>
            <a:noFill/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Kit</a:t>
              </a:r>
            </a:p>
          </p:txBody>
        </p:sp>
        <p:sp>
          <p:nvSpPr>
            <p:cNvPr id="133" name="Rounded Rectangle 132">
              <a:extLst>
                <a:ext uri="{FF2B5EF4-FFF2-40B4-BE49-F238E27FC236}">
                  <a16:creationId id="{691590BA-6F85-1ABF-A098-0661BF7A897A}"/>
                </a:ext>
              </a:extLst>
            </p:cNvPr>
            <p:cNvSpPr/>
            <p:nvPr/>
          </p:nvSpPr>
          <p:spPr>
            <a:xfrm>
              <a:off x="3074255" y="5361014"/>
              <a:ext cx="417033" cy="597953"/>
            </a:xfrm>
            <a:prstGeom prst="roundRect">
              <a:avLst/>
            </a:prstGeom>
            <a:noFill/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Kit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id="{EC13B34E-6067-37F1-912B-AFE88A7D8B43}"/>
              </a:ext>
            </a:extLst>
          </p:cNvPr>
          <p:cNvSpPr txBox="1"/>
          <p:nvPr/>
        </p:nvSpPr>
        <p:spPr>
          <a:xfrm>
            <a:off x="7529384" y="72575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id="{6CCE054A-035E-D800-83E9-8E6F5D5FCCFA}"/>
              </a:ext>
            </a:extLst>
          </p:cNvPr>
          <p:cNvSpPr txBox="1"/>
          <p:nvPr/>
        </p:nvSpPr>
        <p:spPr>
          <a:xfrm>
            <a:off x="3165633" y="56503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|q|=|e|/6</a:t>
            </a:r>
          </a:p>
        </p:txBody>
      </p:sp>
      <p:sp>
        <p:nvSpPr>
          <p:cNvPr id="1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629546393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Rectangle 918">
            <a:extLst>
              <a:ext uri="{FF2B5EF4-FFF2-40B4-BE49-F238E27FC236}">
                <a16:creationId id="{38500FF6-4FDB-754C-9039-D993090E4643}"/>
              </a:ext>
            </a:extLst>
          </p:cNvPr>
          <p:cNvSpPr/>
          <p:nvPr/>
        </p:nvSpPr>
        <p:spPr>
          <a:xfrm rot="19390778">
            <a:off x="1370427" y="525421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tau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7" name="Rectangle 906">
            <a:extLst>
              <a:ext uri="{FF2B5EF4-FFF2-40B4-BE49-F238E27FC236}">
                <a16:creationId id="{EC7A9041-BEBB-A045-913F-36B9A736D907}"/>
              </a:ext>
            </a:extLst>
          </p:cNvPr>
          <p:cNvSpPr/>
          <p:nvPr/>
        </p:nvSpPr>
        <p:spPr>
          <a:xfrm>
            <a:off x="1247" y="1946122"/>
            <a:ext cx="1642526" cy="4942304"/>
          </a:xfrm>
          <a:prstGeom prst="rect">
            <a:avLst/>
          </a:prstGeom>
          <a:solidFill>
            <a:srgbClr val="7030A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15" name="Rectangle 914">
            <a:extLst>
              <a:ext uri="{FF2B5EF4-FFF2-40B4-BE49-F238E27FC236}">
                <a16:creationId id="{6C3AE7BD-3CEA-534A-BD10-A93F54124D10}"/>
              </a:ext>
            </a:extLst>
          </p:cNvPr>
          <p:cNvSpPr/>
          <p:nvPr/>
        </p:nvSpPr>
        <p:spPr>
          <a:xfrm>
            <a:off x="7796062" y="1924007"/>
            <a:ext cx="4387271" cy="4918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5" name="Rectangle 1054">
            <a:extLst>
              <a:ext uri="{FF2B5EF4-FFF2-40B4-BE49-F238E27FC236}">
                <a16:creationId id="{B7135829-A10F-524B-B111-45A6AD72DDEF}"/>
              </a:ext>
            </a:extLst>
          </p:cNvPr>
          <p:cNvSpPr/>
          <p:nvPr/>
        </p:nvSpPr>
        <p:spPr>
          <a:xfrm rot="19390778">
            <a:off x="6129472" y="2186745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 neutrino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8" name="Rectangle 1057">
            <a:extLst>
              <a:ext uri="{FF2B5EF4-FFF2-40B4-BE49-F238E27FC236}">
                <a16:creationId id="{4C6F232C-B602-DA41-95BF-9359CE166E84}"/>
              </a:ext>
            </a:extLst>
          </p:cNvPr>
          <p:cNvSpPr/>
          <p:nvPr/>
        </p:nvSpPr>
        <p:spPr>
          <a:xfrm rot="19390778">
            <a:off x="6129471" y="3706047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0803907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muon neutrino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5" name="Rectangle 904">
            <a:extLst>
              <a:ext uri="{FF2B5EF4-FFF2-40B4-BE49-F238E27FC236}">
                <a16:creationId id="{64D9CD4C-CD0D-C24E-B382-356E8907804D}"/>
              </a:ext>
            </a:extLst>
          </p:cNvPr>
          <p:cNvSpPr/>
          <p:nvPr/>
        </p:nvSpPr>
        <p:spPr>
          <a:xfrm>
            <a:off x="1643773" y="-9590"/>
            <a:ext cx="7864833" cy="19491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id="{3C7A0327-774A-4443-82B1-D14CCA8DF9EF}"/>
              </a:ext>
            </a:extLst>
          </p:cNvPr>
          <p:cNvSpPr>
            <a:spLocks noChangeAspect="1"/>
          </p:cNvSpPr>
          <p:nvPr/>
        </p:nvSpPr>
        <p:spPr>
          <a:xfrm rot="1800000">
            <a:off x="1881205" y="229604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grpSp>
        <p:nvGrpSpPr>
          <p:cNvPr id="529" name="Group 528">
            <a:extLst>
              <a:ext uri="{FF2B5EF4-FFF2-40B4-BE49-F238E27FC236}">
                <a16:creationId id="{E78B4FA5-AF9B-E949-17C5-3B0A46C6E79A}"/>
              </a:ext>
            </a:extLst>
          </p:cNvPr>
          <p:cNvGrpSpPr/>
          <p:nvPr/>
        </p:nvGrpSpPr>
        <p:grpSpPr>
          <a:xfrm>
            <a:off x="1824719" y="2150501"/>
            <a:ext cx="1108654" cy="1284630"/>
            <a:chOff x="1824719" y="2150501"/>
            <a:chExt cx="1108654" cy="1284630"/>
          </a:xfrm>
        </p:grpSpPr>
        <p:sp>
          <p:nvSpPr>
            <p:cNvPr id="18" name="Oval 17">
              <a:extLst>
                <a:ext uri="{FF2B5EF4-FFF2-40B4-BE49-F238E27FC236}">
                  <a16:creationId id="{78EFC13C-6ADA-4549-9F0E-72C632A9940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307926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19" name="Oval 18">
              <a:extLst>
                <a:ext uri="{FF2B5EF4-FFF2-40B4-BE49-F238E27FC236}">
                  <a16:creationId id="{C7B131A3-D4B2-8E4D-83B7-740BA8BDE9F4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023445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id="{F64428EF-ECE8-3D4E-B1B7-504D0676E8F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165686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id="{66E4FBB1-ECB6-4146-831E-76E567FE795A}"/>
                </a:ext>
              </a:extLst>
            </p:cNvPr>
            <p:cNvCxnSpPr>
              <a:cxnSpLocks/>
            </p:cNvCxnSpPr>
            <p:nvPr/>
          </p:nvCxnSpPr>
          <p:spPr>
            <a:xfrm>
              <a:off x="1824719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id="{BE0806ED-EA7E-844A-BEE9-E8FC44F40048}"/>
                </a:ext>
              </a:extLst>
            </p:cNvPr>
            <p:cNvCxnSpPr>
              <a:cxnSpLocks/>
            </p:cNvCxnSpPr>
            <p:nvPr/>
          </p:nvCxnSpPr>
          <p:spPr>
            <a:xfrm>
              <a:off x="2380899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id="{F2F32000-6A01-CC40-A4FD-1B4FBA6AB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6849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id="{A978D604-3429-3541-8E85-FE0C9C10639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274780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id="{8CADF579-73E6-7146-A6AB-2C6D7487041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390461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id="{9B72DFDD-6FD7-0E4E-A95A-CA911EBDE6A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761761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id="{FD9BFAC7-16C2-BC46-83DB-7CED5A2A0E0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900852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id="{B0B40F77-7AD8-A94E-BEBE-982EE62098FE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332295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id="{27DCC504-8D63-0348-BDF5-88A6FEBF30B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332295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id="{8D682F40-642E-D643-949F-EC6C81AD6F3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762749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id="{4ED17A34-9176-F04A-A855-09EEC26258A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901840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id="{6FD6DF85-61A1-D744-B798-8C1798A7DBC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332294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id="{7815EDD9-2404-F943-B08B-DF2283FAAC1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147894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id="{0607D9B3-5460-5D46-A8A7-30C8A485D592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515746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id="{6E8E2419-548D-8846-9532-42AE1AF9E84E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332829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id="{603CFAD5-3310-3542-931B-42D0BCE7F3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761761" y="299390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id="{B717F554-70F4-2542-9B22-F68C3913A04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762749" y="249883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id="{63A42CFB-5193-D94A-A855-E20DEF6EB1E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620" y="324609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id="{B4879BB9-EDA6-0548-8798-C550ED7196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00852" y="249694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id="{306E4321-65A2-5C4F-8409-8DC430D2397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511" y="225212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id="{A5A337DD-828B-1746-BEDB-572903473C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02175" y="2994891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id="{B6308F92-4E60-9E46-B71B-A349134BFEB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148183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id="{501AA05F-945F-2C4D-AA3A-9D8140E8CBC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516205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id="{42E66FDA-5A03-C147-85D8-913ECE9781F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295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id="{72B755C5-9843-4347-B290-03BDC4C48A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91251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id="{2EC2BFC0-103E-DD4A-A62C-8B0094441EB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75201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id="{21406302-ED37-6D45-BDF8-59FB6C118F3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313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60" name="Oval 59">
            <a:extLst>
              <a:ext uri="{FF2B5EF4-FFF2-40B4-BE49-F238E27FC236}">
                <a16:creationId id="{D6ABABE7-CF2A-8A41-8EF7-C90300BF725C}"/>
              </a:ext>
            </a:extLst>
          </p:cNvPr>
          <p:cNvSpPr>
            <a:spLocks noChangeAspect="1"/>
          </p:cNvSpPr>
          <p:nvPr/>
        </p:nvSpPr>
        <p:spPr>
          <a:xfrm rot="1800000">
            <a:off x="2307926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1" name="Oval 60">
            <a:extLst>
              <a:ext uri="{FF2B5EF4-FFF2-40B4-BE49-F238E27FC236}">
                <a16:creationId id="{E4CB9FCC-FFC7-0246-B7C9-38D46B12250A}"/>
              </a:ext>
            </a:extLst>
          </p:cNvPr>
          <p:cNvSpPr>
            <a:spLocks noChangeAspect="1"/>
          </p:cNvSpPr>
          <p:nvPr/>
        </p:nvSpPr>
        <p:spPr>
          <a:xfrm rot="1800000">
            <a:off x="2023445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2" name="Oval 61">
            <a:extLst>
              <a:ext uri="{FF2B5EF4-FFF2-40B4-BE49-F238E27FC236}">
                <a16:creationId id="{9F4EE4E1-C62A-9C40-B70A-787B8FB409E0}"/>
              </a:ext>
            </a:extLst>
          </p:cNvPr>
          <p:cNvSpPr>
            <a:spLocks noChangeAspect="1"/>
          </p:cNvSpPr>
          <p:nvPr/>
        </p:nvSpPr>
        <p:spPr>
          <a:xfrm rot="1800000">
            <a:off x="1881205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3" name="Oval 62">
            <a:extLst>
              <a:ext uri="{FF2B5EF4-FFF2-40B4-BE49-F238E27FC236}">
                <a16:creationId id="{016C5DED-F407-BA46-8FCE-AE4825E04639}"/>
              </a:ext>
            </a:extLst>
          </p:cNvPr>
          <p:cNvSpPr>
            <a:spLocks noChangeAspect="1"/>
          </p:cNvSpPr>
          <p:nvPr/>
        </p:nvSpPr>
        <p:spPr>
          <a:xfrm rot="1800000">
            <a:off x="2165686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64" name="Straight Connector 63">
            <a:extLst>
              <a:ext uri="{FF2B5EF4-FFF2-40B4-BE49-F238E27FC236}">
                <a16:creationId id="{52541495-722E-9241-962F-2E0C3BB03D04}"/>
              </a:ext>
            </a:extLst>
          </p:cNvPr>
          <p:cNvCxnSpPr>
            <a:cxnSpLocks/>
          </p:cNvCxnSpPr>
          <p:nvPr/>
        </p:nvCxnSpPr>
        <p:spPr>
          <a:xfrm>
            <a:off x="1824719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id="{D2686080-BA8A-634D-AB43-25F2F2A3AC04}"/>
              </a:ext>
            </a:extLst>
          </p:cNvPr>
          <p:cNvCxnSpPr>
            <a:cxnSpLocks/>
          </p:cNvCxnSpPr>
          <p:nvPr/>
        </p:nvCxnSpPr>
        <p:spPr>
          <a:xfrm>
            <a:off x="2380899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id="{1E5FF545-651F-4B49-8C31-90D78E77D9CE}"/>
              </a:ext>
            </a:extLst>
          </p:cNvPr>
          <p:cNvCxnSpPr>
            <a:cxnSpLocks/>
          </p:cNvCxnSpPr>
          <p:nvPr/>
        </p:nvCxnSpPr>
        <p:spPr>
          <a:xfrm flipH="1">
            <a:off x="1826849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id="{C7DB8964-D07D-954D-A635-7308CC85D6B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274780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id="{9D59F2C7-95F8-FC46-9F9A-34E42EB52CE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390461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id="{AE07C750-4A1E-744F-AD79-7ADEF85A8B08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761761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id="{E4B6C215-4B69-8749-801E-8B53957661E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900852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id="{4F6DB9EA-641D-CB48-9909-1252257ABE5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id="{E3758CB7-F35D-7043-94EB-152836229E2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id="{F9BBC930-6299-F040-A32A-075909B0F2F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762749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id="{6DB39DFD-215F-F54C-AB16-D1FB9569300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901840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id="{CB1BC5F7-E40F-1D4C-8481-B59248349DC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294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id="{7026E49E-EC6E-9845-8D2D-54F5AB9ADD5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147894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id="{1CCA0097-3840-0E49-ADFF-F68879DE660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515746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id="{A1CE4F02-8A18-EA46-94D3-0765E78A310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829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id="{46C992CF-E965-194D-AA28-07E414619F60}"/>
              </a:ext>
            </a:extLst>
          </p:cNvPr>
          <p:cNvSpPr>
            <a:spLocks noChangeAspect="1"/>
          </p:cNvSpPr>
          <p:nvPr/>
        </p:nvSpPr>
        <p:spPr>
          <a:xfrm flipH="1">
            <a:off x="2761760" y="453750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9" name="Oval 48">
            <a:extLst>
              <a:ext uri="{FF2B5EF4-FFF2-40B4-BE49-F238E27FC236}">
                <a16:creationId id="{9D86F22D-86FC-F947-A09D-516D9EA563D3}"/>
              </a:ext>
            </a:extLst>
          </p:cNvPr>
          <p:cNvSpPr>
            <a:spLocks noChangeAspect="1"/>
          </p:cNvSpPr>
          <p:nvPr/>
        </p:nvSpPr>
        <p:spPr>
          <a:xfrm flipH="1">
            <a:off x="2762748" y="404243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" name="Oval 49">
            <a:extLst>
              <a:ext uri="{FF2B5EF4-FFF2-40B4-BE49-F238E27FC236}">
                <a16:creationId id="{2A0285ED-626F-3047-9CFC-F863A5363A9D}"/>
              </a:ext>
            </a:extLst>
          </p:cNvPr>
          <p:cNvSpPr>
            <a:spLocks noChangeAspect="1"/>
          </p:cNvSpPr>
          <p:nvPr/>
        </p:nvSpPr>
        <p:spPr>
          <a:xfrm flipH="1">
            <a:off x="2332620" y="478969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1" name="Oval 50">
            <a:extLst>
              <a:ext uri="{FF2B5EF4-FFF2-40B4-BE49-F238E27FC236}">
                <a16:creationId id="{E155C365-6AD7-5F49-AF61-DA1BB0505688}"/>
              </a:ext>
            </a:extLst>
          </p:cNvPr>
          <p:cNvSpPr>
            <a:spLocks noChangeAspect="1"/>
          </p:cNvSpPr>
          <p:nvPr/>
        </p:nvSpPr>
        <p:spPr>
          <a:xfrm flipH="1">
            <a:off x="1900852" y="404055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2" name="Oval 51">
            <a:extLst>
              <a:ext uri="{FF2B5EF4-FFF2-40B4-BE49-F238E27FC236}">
                <a16:creationId id="{1C6C02E3-621C-D743-B9CD-008554A0D41E}"/>
              </a:ext>
            </a:extLst>
          </p:cNvPr>
          <p:cNvSpPr>
            <a:spLocks noChangeAspect="1"/>
          </p:cNvSpPr>
          <p:nvPr/>
        </p:nvSpPr>
        <p:spPr>
          <a:xfrm flipH="1">
            <a:off x="2332511" y="379572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3" name="Oval 52">
            <a:extLst>
              <a:ext uri="{FF2B5EF4-FFF2-40B4-BE49-F238E27FC236}">
                <a16:creationId id="{C2494EB0-EE9D-0541-9EE7-452ED632A037}"/>
              </a:ext>
            </a:extLst>
          </p:cNvPr>
          <p:cNvSpPr>
            <a:spLocks noChangeAspect="1"/>
          </p:cNvSpPr>
          <p:nvPr/>
        </p:nvSpPr>
        <p:spPr>
          <a:xfrm flipH="1">
            <a:off x="1902175" y="453849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4" name="Oval 53">
            <a:extLst>
              <a:ext uri="{FF2B5EF4-FFF2-40B4-BE49-F238E27FC236}">
                <a16:creationId id="{B5A19729-73B6-9C4F-893C-C5A32E5E9A6C}"/>
              </a:ext>
            </a:extLst>
          </p:cNvPr>
          <p:cNvSpPr>
            <a:spLocks noChangeAspect="1"/>
          </p:cNvSpPr>
          <p:nvPr/>
        </p:nvSpPr>
        <p:spPr>
          <a:xfrm flipH="1">
            <a:off x="2148182" y="4395826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5" name="Oval 54">
            <a:extLst>
              <a:ext uri="{FF2B5EF4-FFF2-40B4-BE49-F238E27FC236}">
                <a16:creationId id="{74207F19-7264-C84E-B5AA-6B0B7064ADEF}"/>
              </a:ext>
            </a:extLst>
          </p:cNvPr>
          <p:cNvSpPr>
            <a:spLocks noChangeAspect="1"/>
          </p:cNvSpPr>
          <p:nvPr/>
        </p:nvSpPr>
        <p:spPr>
          <a:xfrm flipH="1">
            <a:off x="2516205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6" name="Oval 55">
            <a:extLst>
              <a:ext uri="{FF2B5EF4-FFF2-40B4-BE49-F238E27FC236}">
                <a16:creationId id="{8A86E22B-B280-F047-A718-F0293781A28F}"/>
              </a:ext>
            </a:extLst>
          </p:cNvPr>
          <p:cNvSpPr>
            <a:spLocks noChangeAspect="1"/>
          </p:cNvSpPr>
          <p:nvPr/>
        </p:nvSpPr>
        <p:spPr>
          <a:xfrm flipH="1">
            <a:off x="2391250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7" name="Oval 56">
            <a:extLst>
              <a:ext uri="{FF2B5EF4-FFF2-40B4-BE49-F238E27FC236}">
                <a16:creationId id="{2DFD4681-A0CA-3842-9245-B64B115D1CC8}"/>
              </a:ext>
            </a:extLst>
          </p:cNvPr>
          <p:cNvSpPr>
            <a:spLocks noChangeAspect="1"/>
          </p:cNvSpPr>
          <p:nvPr/>
        </p:nvSpPr>
        <p:spPr>
          <a:xfrm flipH="1">
            <a:off x="2275201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9" name="Oval 98">
            <a:extLst>
              <a:ext uri="{FF2B5EF4-FFF2-40B4-BE49-F238E27FC236}">
                <a16:creationId id="{26350924-11FC-D94F-835F-FBCE19BEDDF2}"/>
              </a:ext>
            </a:extLst>
          </p:cNvPr>
          <p:cNvSpPr>
            <a:spLocks noChangeAspect="1"/>
          </p:cNvSpPr>
          <p:nvPr/>
        </p:nvSpPr>
        <p:spPr>
          <a:xfrm rot="1800000">
            <a:off x="2307926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00" name="Oval 99">
            <a:extLst>
              <a:ext uri="{FF2B5EF4-FFF2-40B4-BE49-F238E27FC236}">
                <a16:creationId id="{95CCF3B0-2A59-A848-ABE6-26E26235863C}"/>
              </a:ext>
            </a:extLst>
          </p:cNvPr>
          <p:cNvSpPr>
            <a:spLocks noChangeAspect="1"/>
          </p:cNvSpPr>
          <p:nvPr/>
        </p:nvSpPr>
        <p:spPr>
          <a:xfrm rot="1800000">
            <a:off x="2023445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01" name="Oval 100">
            <a:extLst>
              <a:ext uri="{FF2B5EF4-FFF2-40B4-BE49-F238E27FC236}">
                <a16:creationId id="{1A382D83-72A9-3A46-AA7B-AF4F5384CCB8}"/>
              </a:ext>
            </a:extLst>
          </p:cNvPr>
          <p:cNvSpPr>
            <a:spLocks noChangeAspect="1"/>
          </p:cNvSpPr>
          <p:nvPr/>
        </p:nvSpPr>
        <p:spPr>
          <a:xfrm rot="1800000">
            <a:off x="1881205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02" name="Oval 101">
            <a:extLst>
              <a:ext uri="{FF2B5EF4-FFF2-40B4-BE49-F238E27FC236}">
                <a16:creationId id="{E46856D5-8377-B34F-A88C-E09FFBEC15FC}"/>
              </a:ext>
            </a:extLst>
          </p:cNvPr>
          <p:cNvSpPr>
            <a:spLocks noChangeAspect="1"/>
          </p:cNvSpPr>
          <p:nvPr/>
        </p:nvSpPr>
        <p:spPr>
          <a:xfrm rot="1800000">
            <a:off x="2165686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103" name="Straight Connector 102">
            <a:extLst>
              <a:ext uri="{FF2B5EF4-FFF2-40B4-BE49-F238E27FC236}">
                <a16:creationId id="{C84FA325-EF89-E84E-946E-CCCAF294EBF4}"/>
              </a:ext>
            </a:extLst>
          </p:cNvPr>
          <p:cNvCxnSpPr>
            <a:cxnSpLocks/>
          </p:cNvCxnSpPr>
          <p:nvPr/>
        </p:nvCxnSpPr>
        <p:spPr>
          <a:xfrm>
            <a:off x="1824719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id="{B3801301-D9D2-AD42-B722-46B8C7BCFCC4}"/>
              </a:ext>
            </a:extLst>
          </p:cNvPr>
          <p:cNvCxnSpPr>
            <a:cxnSpLocks/>
          </p:cNvCxnSpPr>
          <p:nvPr/>
        </p:nvCxnSpPr>
        <p:spPr>
          <a:xfrm>
            <a:off x="2380899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id="{F4F2C5EC-8D0E-4643-8E8F-C036352271F9}"/>
              </a:ext>
            </a:extLst>
          </p:cNvPr>
          <p:cNvCxnSpPr>
            <a:cxnSpLocks/>
          </p:cNvCxnSpPr>
          <p:nvPr/>
        </p:nvCxnSpPr>
        <p:spPr>
          <a:xfrm flipH="1">
            <a:off x="1826849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id="{2253AEAD-C9F5-3542-AE72-7C31A7399818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274780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id="{7DF03A47-C551-AE47-9292-5B7735D9FE1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390461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id="{379C03FA-040A-134F-B6DE-9405AA8F847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761761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id="{0013C619-684B-C342-B93C-F1DF552BF45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900852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id="{B2E04E0E-9F08-884D-BA78-F888A5BAC57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id="{CE13CE22-8859-9B45-9326-1CEB39AD900A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id="{D17B27A9-9E7B-5A47-B663-82E8D5E1AF7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762749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id="{3312DEBE-B4D6-FF4C-9738-23876FF82B2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901840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id="{9364B1FD-C365-1B47-8481-8DA2AEB53431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294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id="{A447137F-CC7E-7B44-B613-DDF00610A81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147894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id="{010C9BD8-5C40-4348-9DDE-A9E8EAAF915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515746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id="{5097DDA4-D377-C949-AC44-A0C1BB7CAC1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829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id="{05A9A980-A695-5C47-A000-AB866F7EBCDA}"/>
              </a:ext>
            </a:extLst>
          </p:cNvPr>
          <p:cNvSpPr>
            <a:spLocks noChangeAspect="1"/>
          </p:cNvSpPr>
          <p:nvPr/>
        </p:nvSpPr>
        <p:spPr>
          <a:xfrm flipH="1">
            <a:off x="2761761" y="610114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0" name="Oval 89">
            <a:extLst>
              <a:ext uri="{FF2B5EF4-FFF2-40B4-BE49-F238E27FC236}">
                <a16:creationId id="{D2F3E035-A88A-7F44-91C3-504DD4DA1A9C}"/>
              </a:ext>
            </a:extLst>
          </p:cNvPr>
          <p:cNvSpPr>
            <a:spLocks noChangeAspect="1"/>
          </p:cNvSpPr>
          <p:nvPr/>
        </p:nvSpPr>
        <p:spPr>
          <a:xfrm flipH="1">
            <a:off x="2762749" y="560607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1" name="Oval 90">
            <a:extLst>
              <a:ext uri="{FF2B5EF4-FFF2-40B4-BE49-F238E27FC236}">
                <a16:creationId id="{2F68257A-10FA-1F4D-BC36-FF49E14579AB}"/>
              </a:ext>
            </a:extLst>
          </p:cNvPr>
          <p:cNvSpPr>
            <a:spLocks noChangeAspect="1"/>
          </p:cNvSpPr>
          <p:nvPr/>
        </p:nvSpPr>
        <p:spPr>
          <a:xfrm flipH="1">
            <a:off x="2332620" y="635333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2" name="Oval 91">
            <a:extLst>
              <a:ext uri="{FF2B5EF4-FFF2-40B4-BE49-F238E27FC236}">
                <a16:creationId id="{FCF442B7-5135-BB43-89B9-53B19BD5B798}"/>
              </a:ext>
            </a:extLst>
          </p:cNvPr>
          <p:cNvSpPr>
            <a:spLocks noChangeAspect="1"/>
          </p:cNvSpPr>
          <p:nvPr/>
        </p:nvSpPr>
        <p:spPr>
          <a:xfrm flipH="1">
            <a:off x="1900852" y="560418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3" name="Oval 92">
            <a:extLst>
              <a:ext uri="{FF2B5EF4-FFF2-40B4-BE49-F238E27FC236}">
                <a16:creationId id="{17DA33EE-982A-E041-B39E-8FD5FE518E9C}"/>
              </a:ext>
            </a:extLst>
          </p:cNvPr>
          <p:cNvSpPr>
            <a:spLocks noChangeAspect="1"/>
          </p:cNvSpPr>
          <p:nvPr/>
        </p:nvSpPr>
        <p:spPr>
          <a:xfrm flipH="1">
            <a:off x="2332511" y="535936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4" name="Oval 93">
            <a:extLst>
              <a:ext uri="{FF2B5EF4-FFF2-40B4-BE49-F238E27FC236}">
                <a16:creationId id="{4E64E91A-63B5-EA4C-B111-E88EC79F1887}"/>
              </a:ext>
            </a:extLst>
          </p:cNvPr>
          <p:cNvSpPr>
            <a:spLocks noChangeAspect="1"/>
          </p:cNvSpPr>
          <p:nvPr/>
        </p:nvSpPr>
        <p:spPr>
          <a:xfrm flipH="1">
            <a:off x="1902175" y="610213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5" name="Oval 94">
            <a:extLst>
              <a:ext uri="{FF2B5EF4-FFF2-40B4-BE49-F238E27FC236}">
                <a16:creationId id="{625D3E2E-7D5D-EE40-AA5C-5A5EE761DDB8}"/>
              </a:ext>
            </a:extLst>
          </p:cNvPr>
          <p:cNvSpPr>
            <a:spLocks noChangeAspect="1"/>
          </p:cNvSpPr>
          <p:nvPr/>
        </p:nvSpPr>
        <p:spPr>
          <a:xfrm flipH="1">
            <a:off x="2391251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6" name="Oval 95">
            <a:extLst>
              <a:ext uri="{FF2B5EF4-FFF2-40B4-BE49-F238E27FC236}">
                <a16:creationId id="{75A9D40E-922A-174F-8075-3E3A0BD6A029}"/>
              </a:ext>
            </a:extLst>
          </p:cNvPr>
          <p:cNvSpPr>
            <a:spLocks noChangeAspect="1"/>
          </p:cNvSpPr>
          <p:nvPr/>
        </p:nvSpPr>
        <p:spPr>
          <a:xfrm flipH="1">
            <a:off x="2275201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36" name="Oval 135">
            <a:extLst>
              <a:ext uri="{FF2B5EF4-FFF2-40B4-BE49-F238E27FC236}">
                <a16:creationId id="{6B6FC25D-CE62-0649-B084-AEB775D4C31B}"/>
              </a:ext>
            </a:extLst>
          </p:cNvPr>
          <p:cNvSpPr>
            <a:spLocks noChangeAspect="1"/>
          </p:cNvSpPr>
          <p:nvPr/>
        </p:nvSpPr>
        <p:spPr>
          <a:xfrm rot="1800000">
            <a:off x="836628" y="1088497"/>
            <a:ext cx="142240" cy="14224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id="{9C836268-71AB-4149-9975-4ACDAA84133B}"/>
              </a:ext>
            </a:extLst>
          </p:cNvPr>
          <p:cNvSpPr>
            <a:spLocks noChangeAspect="1"/>
          </p:cNvSpPr>
          <p:nvPr/>
        </p:nvSpPr>
        <p:spPr>
          <a:xfrm rot="1800000">
            <a:off x="552147" y="804016"/>
            <a:ext cx="711202" cy="711202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id="{8D5C1A2D-BD2D-F94D-892A-8F427D794618}"/>
              </a:ext>
            </a:extLst>
          </p:cNvPr>
          <p:cNvSpPr>
            <a:spLocks noChangeAspect="1"/>
          </p:cNvSpPr>
          <p:nvPr/>
        </p:nvSpPr>
        <p:spPr>
          <a:xfrm rot="1800000">
            <a:off x="409907" y="661776"/>
            <a:ext cx="995682" cy="99568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id="{68136BF4-8638-4345-8088-D97C16390D59}"/>
              </a:ext>
            </a:extLst>
          </p:cNvPr>
          <p:cNvSpPr>
            <a:spLocks noChangeAspect="1"/>
          </p:cNvSpPr>
          <p:nvPr/>
        </p:nvSpPr>
        <p:spPr>
          <a:xfrm rot="1800000">
            <a:off x="694388" y="946256"/>
            <a:ext cx="426721" cy="426721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cxnSp>
        <p:nvCxnSpPr>
          <p:cNvPr id="140" name="Straight Connector 139">
            <a:extLst>
              <a:ext uri="{FF2B5EF4-FFF2-40B4-BE49-F238E27FC236}">
                <a16:creationId id="{98BC41A9-09D7-4A43-A4B8-9038E735D72B}"/>
              </a:ext>
            </a:extLst>
          </p:cNvPr>
          <p:cNvCxnSpPr>
            <a:cxnSpLocks/>
          </p:cNvCxnSpPr>
          <p:nvPr/>
        </p:nvCxnSpPr>
        <p:spPr>
          <a:xfrm>
            <a:off x="353421" y="839576"/>
            <a:ext cx="1108654" cy="64008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id="{545E89D9-08FF-9F45-899D-3ACD49B64CE5}"/>
              </a:ext>
            </a:extLst>
          </p:cNvPr>
          <p:cNvCxnSpPr>
            <a:cxnSpLocks/>
          </p:cNvCxnSpPr>
          <p:nvPr/>
        </p:nvCxnSpPr>
        <p:spPr>
          <a:xfrm>
            <a:off x="909601" y="516229"/>
            <a:ext cx="0" cy="128463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id="{0B9C9F85-C50E-DF44-9C55-EB7332E08A85}"/>
              </a:ext>
            </a:extLst>
          </p:cNvPr>
          <p:cNvCxnSpPr>
            <a:cxnSpLocks/>
          </p:cNvCxnSpPr>
          <p:nvPr/>
        </p:nvCxnSpPr>
        <p:spPr>
          <a:xfrm flipH="1">
            <a:off x="355551" y="839329"/>
            <a:ext cx="1104730" cy="64036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id="{56A464D5-F523-8142-86B7-37D0C412200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3482" y="1076927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id="{F8061AFE-43B1-3D42-BF43-4916D681DBB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19163" y="1145291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id="{5E311CCB-06B4-4B46-A6F6-71090FFFA74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290463" y="1359631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id="{52103956-2215-334E-B77F-C72ADE8EDEC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29554" y="862585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id="{F8BAEED6-B717-4D45-9E9A-08CFD3651D27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1612106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id="{D71F1699-2A23-4148-97D9-B20C06B7B994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618014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id="{23E175C9-209A-104B-AF89-DD8C5C2F093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91451" y="864561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id="{206B5E7C-C34F-6D46-94EC-CF43DCC86B2A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542" y="1361607"/>
            <a:ext cx="94827" cy="948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id="{9AFE112F-2C24-B14A-8065-E64AD571EA1A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596" y="1218432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id="{228C0560-F17E-2A4A-A58D-99AE143E954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044448" y="1005792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id="{A2C80890-F727-5145-AF51-DD45F1772ACC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1531" y="1465565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id="{E2038D79-6D83-5D4D-A223-E6D5AA34865D}"/>
              </a:ext>
            </a:extLst>
          </p:cNvPr>
          <p:cNvSpPr>
            <a:spLocks noChangeAspect="1"/>
          </p:cNvSpPr>
          <p:nvPr/>
        </p:nvSpPr>
        <p:spPr>
          <a:xfrm rot="1800000">
            <a:off x="836628" y="272276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74" name="Oval 173">
            <a:extLst>
              <a:ext uri="{FF2B5EF4-FFF2-40B4-BE49-F238E27FC236}">
                <a16:creationId id="{9C134365-5E13-E74B-A125-581A33C657F8}"/>
              </a:ext>
            </a:extLst>
          </p:cNvPr>
          <p:cNvSpPr>
            <a:spLocks noChangeAspect="1"/>
          </p:cNvSpPr>
          <p:nvPr/>
        </p:nvSpPr>
        <p:spPr>
          <a:xfrm rot="1800000">
            <a:off x="552147" y="243828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75" name="Oval 174">
            <a:extLst>
              <a:ext uri="{FF2B5EF4-FFF2-40B4-BE49-F238E27FC236}">
                <a16:creationId id="{2D8BEBF7-2A06-234C-98E0-77F64E0C6880}"/>
              </a:ext>
            </a:extLst>
          </p:cNvPr>
          <p:cNvSpPr>
            <a:spLocks noChangeAspect="1"/>
          </p:cNvSpPr>
          <p:nvPr/>
        </p:nvSpPr>
        <p:spPr>
          <a:xfrm rot="1800000">
            <a:off x="409907" y="229604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76" name="Oval 175">
            <a:extLst>
              <a:ext uri="{FF2B5EF4-FFF2-40B4-BE49-F238E27FC236}">
                <a16:creationId id="{259E0A17-D54B-784B-90A3-F80EA1BCA5DC}"/>
              </a:ext>
            </a:extLst>
          </p:cNvPr>
          <p:cNvSpPr>
            <a:spLocks noChangeAspect="1"/>
          </p:cNvSpPr>
          <p:nvPr/>
        </p:nvSpPr>
        <p:spPr>
          <a:xfrm rot="1800000">
            <a:off x="694388" y="258052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177" name="Straight Connector 176">
            <a:extLst>
              <a:ext uri="{FF2B5EF4-FFF2-40B4-BE49-F238E27FC236}">
                <a16:creationId id="{7529D6EF-1212-7B44-875B-F4399BC4FDEF}"/>
              </a:ext>
            </a:extLst>
          </p:cNvPr>
          <p:cNvCxnSpPr>
            <a:cxnSpLocks/>
          </p:cNvCxnSpPr>
          <p:nvPr/>
        </p:nvCxnSpPr>
        <p:spPr>
          <a:xfrm>
            <a:off x="353421" y="247384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id="{26BE6BAE-54DA-3F40-B8A8-B1A7657D8BC8}"/>
              </a:ext>
            </a:extLst>
          </p:cNvPr>
          <p:cNvCxnSpPr>
            <a:cxnSpLocks/>
          </p:cNvCxnSpPr>
          <p:nvPr/>
        </p:nvCxnSpPr>
        <p:spPr>
          <a:xfrm>
            <a:off x="909601" y="215050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id="{738474EB-CDAC-8C40-B0EE-91FBC44276F0}"/>
              </a:ext>
            </a:extLst>
          </p:cNvPr>
          <p:cNvCxnSpPr>
            <a:cxnSpLocks/>
          </p:cNvCxnSpPr>
          <p:nvPr/>
        </p:nvCxnSpPr>
        <p:spPr>
          <a:xfrm flipH="1">
            <a:off x="355551" y="247360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id="{6B571466-D17F-F64F-9284-9D56971E9E5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3482" y="271119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id="{F91DBC50-EE2F-7643-BC0B-57B6D661D3A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19163" y="277956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id="{B42D5115-B447-2744-9C65-7E50AD8E63B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290463" y="29939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id="{332C6B5C-EB2A-8E48-B77A-0674C0C3ADC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29554" y="249685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id="{4B0505C4-77CC-9448-A7E2-5938B08FDF1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324637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id="{F3A6B90E-57A5-F947-B6AD-4A5057056748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225228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id="{D32ED180-6194-B24C-A90A-4B1277F9A86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91451" y="249883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id="{8DFAF690-01DC-414D-8666-E424AF5B7AB4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542" y="299587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id="{CF7D21C2-AF32-3547-8E8F-5404D3BD8280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0996" y="239103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id="{B696C912-FD0C-774B-BBAB-A95C9913E9B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596" y="28527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id="{C5EE0B98-1683-9743-AE3E-151753D2AC0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044448" y="264006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id="{486BED8E-6DF1-764D-B328-7574A223381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1531" y="309983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id="{8F79EE83-0246-A14F-B996-8577FD2C7756}"/>
              </a:ext>
            </a:extLst>
          </p:cNvPr>
          <p:cNvSpPr>
            <a:spLocks noChangeAspect="1"/>
          </p:cNvSpPr>
          <p:nvPr/>
        </p:nvSpPr>
        <p:spPr>
          <a:xfrm flipH="1">
            <a:off x="676885" y="285222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6" name="Oval 165">
            <a:extLst>
              <a:ext uri="{FF2B5EF4-FFF2-40B4-BE49-F238E27FC236}">
                <a16:creationId id="{2C966511-1412-DE4E-B79A-8D5D5F447724}"/>
              </a:ext>
            </a:extLst>
          </p:cNvPr>
          <p:cNvSpPr>
            <a:spLocks noChangeAspect="1"/>
          </p:cNvSpPr>
          <p:nvPr/>
        </p:nvSpPr>
        <p:spPr>
          <a:xfrm flipH="1">
            <a:off x="1044907" y="263981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7" name="Oval 166">
            <a:extLst>
              <a:ext uri="{FF2B5EF4-FFF2-40B4-BE49-F238E27FC236}">
                <a16:creationId id="{797B7003-E782-074B-A305-6EEC7400226A}"/>
              </a:ext>
            </a:extLst>
          </p:cNvPr>
          <p:cNvSpPr>
            <a:spLocks noChangeAspect="1"/>
          </p:cNvSpPr>
          <p:nvPr/>
        </p:nvSpPr>
        <p:spPr>
          <a:xfrm flipH="1">
            <a:off x="860997" y="309927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68" name="Oval 167">
            <a:extLst>
              <a:ext uri="{FF2B5EF4-FFF2-40B4-BE49-F238E27FC236}">
                <a16:creationId id="{F9D2F6CA-A68C-3643-96E0-0C379A8A0DB5}"/>
              </a:ext>
            </a:extLst>
          </p:cNvPr>
          <p:cNvSpPr>
            <a:spLocks noChangeAspect="1"/>
          </p:cNvSpPr>
          <p:nvPr/>
        </p:nvSpPr>
        <p:spPr>
          <a:xfrm flipH="1">
            <a:off x="919953" y="277935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69" name="Oval 168">
            <a:extLst>
              <a:ext uri="{FF2B5EF4-FFF2-40B4-BE49-F238E27FC236}">
                <a16:creationId id="{48CDB1D8-34F8-5348-8141-5B06C8899258}"/>
              </a:ext>
            </a:extLst>
          </p:cNvPr>
          <p:cNvSpPr>
            <a:spLocks noChangeAspect="1"/>
          </p:cNvSpPr>
          <p:nvPr/>
        </p:nvSpPr>
        <p:spPr>
          <a:xfrm flipH="1">
            <a:off x="803903" y="271032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70" name="Oval 169">
            <a:extLst>
              <a:ext uri="{FF2B5EF4-FFF2-40B4-BE49-F238E27FC236}">
                <a16:creationId id="{F03A6178-0FC0-6546-A056-BE335289A3F4}"/>
              </a:ext>
            </a:extLst>
          </p:cNvPr>
          <p:cNvSpPr>
            <a:spLocks noChangeAspect="1"/>
          </p:cNvSpPr>
          <p:nvPr/>
        </p:nvSpPr>
        <p:spPr>
          <a:xfrm flipH="1">
            <a:off x="861015" y="23914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8" name="Oval 207">
            <a:extLst>
              <a:ext uri="{FF2B5EF4-FFF2-40B4-BE49-F238E27FC236}">
                <a16:creationId id="{3984BE61-18B0-C24A-9332-674843A2B607}"/>
              </a:ext>
            </a:extLst>
          </p:cNvPr>
          <p:cNvSpPr>
            <a:spLocks noChangeAspect="1"/>
          </p:cNvSpPr>
          <p:nvPr/>
        </p:nvSpPr>
        <p:spPr>
          <a:xfrm rot="1800000">
            <a:off x="836628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09" name="Oval 208">
            <a:extLst>
              <a:ext uri="{FF2B5EF4-FFF2-40B4-BE49-F238E27FC236}">
                <a16:creationId id="{4B4F1936-F7A9-AC4F-809A-0C1C8511A52E}"/>
              </a:ext>
            </a:extLst>
          </p:cNvPr>
          <p:cNvSpPr>
            <a:spLocks noChangeAspect="1"/>
          </p:cNvSpPr>
          <p:nvPr/>
        </p:nvSpPr>
        <p:spPr>
          <a:xfrm rot="1800000">
            <a:off x="552147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0" name="Oval 209">
            <a:extLst>
              <a:ext uri="{FF2B5EF4-FFF2-40B4-BE49-F238E27FC236}">
                <a16:creationId id="{4727A98D-8272-E54F-BE84-B1BF27F614D0}"/>
              </a:ext>
            </a:extLst>
          </p:cNvPr>
          <p:cNvSpPr>
            <a:spLocks noChangeAspect="1"/>
          </p:cNvSpPr>
          <p:nvPr/>
        </p:nvSpPr>
        <p:spPr>
          <a:xfrm rot="1800000">
            <a:off x="409907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11" name="Oval 210">
            <a:extLst>
              <a:ext uri="{FF2B5EF4-FFF2-40B4-BE49-F238E27FC236}">
                <a16:creationId id="{AC83ACA0-D331-714B-8106-956FC753C53E}"/>
              </a:ext>
            </a:extLst>
          </p:cNvPr>
          <p:cNvSpPr>
            <a:spLocks noChangeAspect="1"/>
          </p:cNvSpPr>
          <p:nvPr/>
        </p:nvSpPr>
        <p:spPr>
          <a:xfrm rot="1800000">
            <a:off x="694388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12" name="Straight Connector 211">
            <a:extLst>
              <a:ext uri="{FF2B5EF4-FFF2-40B4-BE49-F238E27FC236}">
                <a16:creationId id="{6A084BC4-D3EB-AB48-BB13-8FA39F851B20}"/>
              </a:ext>
            </a:extLst>
          </p:cNvPr>
          <p:cNvCxnSpPr>
            <a:cxnSpLocks/>
          </p:cNvCxnSpPr>
          <p:nvPr/>
        </p:nvCxnSpPr>
        <p:spPr>
          <a:xfrm>
            <a:off x="353421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id="{B759B91E-9831-A34F-81F3-8F0DA99310BC}"/>
              </a:ext>
            </a:extLst>
          </p:cNvPr>
          <p:cNvCxnSpPr>
            <a:cxnSpLocks/>
          </p:cNvCxnSpPr>
          <p:nvPr/>
        </p:nvCxnSpPr>
        <p:spPr>
          <a:xfrm>
            <a:off x="909601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id="{AE7655AF-D9F1-6F49-A233-126C017A7237}"/>
              </a:ext>
            </a:extLst>
          </p:cNvPr>
          <p:cNvCxnSpPr>
            <a:cxnSpLocks/>
          </p:cNvCxnSpPr>
          <p:nvPr/>
        </p:nvCxnSpPr>
        <p:spPr>
          <a:xfrm flipH="1">
            <a:off x="355551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id="{5EBD0902-E0B9-8640-A12C-20F0EA96C14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3482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id="{47E7A54E-5D76-3C41-966B-0252244A07D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19163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id="{7DDBCB1A-CB79-EF43-BE0D-24C19F8983B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290463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id="{2518AE92-51EB-5A43-BDED-7C15BC718E5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29554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id="{67433D91-90A7-3445-92CB-B28A9EAABA5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id="{1B4FE55A-A99B-2244-BD4F-56F1C37A71B7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id="{81CA7BEC-6774-2147-9B14-C172DA740A4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91451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id="{14C9D561-ECB2-A747-98D5-1E67FC3058E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542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id="{D46D5D38-994A-8745-A971-C2A7674345ED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0996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id="{5E52396A-E9DA-D543-9AE0-3DB5F0D03A6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596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id="{4F194FD1-4444-7046-8554-690A4E655CE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044448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id="{DAB31C49-1678-6645-BFE1-E1BF9A33A95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1531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id="{98E6A2B0-3880-6F4A-B00D-D4B2CF677927}"/>
              </a:ext>
            </a:extLst>
          </p:cNvPr>
          <p:cNvSpPr>
            <a:spLocks noChangeAspect="1"/>
          </p:cNvSpPr>
          <p:nvPr/>
        </p:nvSpPr>
        <p:spPr>
          <a:xfrm flipH="1">
            <a:off x="676885" y="439582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03" name="Oval 202">
            <a:extLst>
              <a:ext uri="{FF2B5EF4-FFF2-40B4-BE49-F238E27FC236}">
                <a16:creationId id="{A8B87D05-3D1E-BA4A-BF82-3905467645FC}"/>
              </a:ext>
            </a:extLst>
          </p:cNvPr>
          <p:cNvSpPr>
            <a:spLocks noChangeAspect="1"/>
          </p:cNvSpPr>
          <p:nvPr/>
        </p:nvSpPr>
        <p:spPr>
          <a:xfrm flipH="1">
            <a:off x="1044907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4" name="Oval 203">
            <a:extLst>
              <a:ext uri="{FF2B5EF4-FFF2-40B4-BE49-F238E27FC236}">
                <a16:creationId id="{A2EFCCD9-27E3-064F-A0B9-A73356C058C9}"/>
              </a:ext>
            </a:extLst>
          </p:cNvPr>
          <p:cNvSpPr>
            <a:spLocks noChangeAspect="1"/>
          </p:cNvSpPr>
          <p:nvPr/>
        </p:nvSpPr>
        <p:spPr>
          <a:xfrm flipH="1">
            <a:off x="919953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05" name="Oval 204">
            <a:extLst>
              <a:ext uri="{FF2B5EF4-FFF2-40B4-BE49-F238E27FC236}">
                <a16:creationId id="{D5233D93-804E-0246-BBCB-82A721874028}"/>
              </a:ext>
            </a:extLst>
          </p:cNvPr>
          <p:cNvSpPr>
            <a:spLocks noChangeAspect="1"/>
          </p:cNvSpPr>
          <p:nvPr/>
        </p:nvSpPr>
        <p:spPr>
          <a:xfrm flipH="1">
            <a:off x="803903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86" name="Oval 285">
            <a:extLst>
              <a:ext uri="{FF2B5EF4-FFF2-40B4-BE49-F238E27FC236}">
                <a16:creationId id="{45C22E55-FDAE-E34D-86CA-520341BFC1DC}"/>
              </a:ext>
            </a:extLst>
          </p:cNvPr>
          <p:cNvSpPr>
            <a:spLocks noChangeAspect="1"/>
          </p:cNvSpPr>
          <p:nvPr/>
        </p:nvSpPr>
        <p:spPr>
          <a:xfrm rot="1800000">
            <a:off x="2307926" y="1088497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87" name="Oval 286">
            <a:extLst>
              <a:ext uri="{FF2B5EF4-FFF2-40B4-BE49-F238E27FC236}">
                <a16:creationId id="{3574D2FC-2B26-CC4E-B557-C93D303B506B}"/>
              </a:ext>
            </a:extLst>
          </p:cNvPr>
          <p:cNvSpPr>
            <a:spLocks noChangeAspect="1"/>
          </p:cNvSpPr>
          <p:nvPr/>
        </p:nvSpPr>
        <p:spPr>
          <a:xfrm rot="1800000">
            <a:off x="2023445" y="804016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88" name="Oval 287">
            <a:extLst>
              <a:ext uri="{FF2B5EF4-FFF2-40B4-BE49-F238E27FC236}">
                <a16:creationId id="{7D7F7823-049C-D543-8DD9-D70E371AE42F}"/>
              </a:ext>
            </a:extLst>
          </p:cNvPr>
          <p:cNvSpPr>
            <a:spLocks noChangeAspect="1"/>
          </p:cNvSpPr>
          <p:nvPr/>
        </p:nvSpPr>
        <p:spPr>
          <a:xfrm rot="1800000">
            <a:off x="1881205" y="661776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89" name="Oval 288">
            <a:extLst>
              <a:ext uri="{FF2B5EF4-FFF2-40B4-BE49-F238E27FC236}">
                <a16:creationId id="{F7A25D76-D3AB-044E-AC1F-B4F99B601803}"/>
              </a:ext>
            </a:extLst>
          </p:cNvPr>
          <p:cNvSpPr>
            <a:spLocks noChangeAspect="1"/>
          </p:cNvSpPr>
          <p:nvPr/>
        </p:nvSpPr>
        <p:spPr>
          <a:xfrm rot="1800000">
            <a:off x="2165686" y="946256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90" name="Straight Connector 289">
            <a:extLst>
              <a:ext uri="{FF2B5EF4-FFF2-40B4-BE49-F238E27FC236}">
                <a16:creationId id="{582B1ADA-9750-9A44-97A8-2CEBD2908650}"/>
              </a:ext>
            </a:extLst>
          </p:cNvPr>
          <p:cNvCxnSpPr>
            <a:cxnSpLocks/>
          </p:cNvCxnSpPr>
          <p:nvPr/>
        </p:nvCxnSpPr>
        <p:spPr>
          <a:xfrm>
            <a:off x="1824719" y="1011435"/>
            <a:ext cx="1108654" cy="64008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id="{27F4A088-1770-F440-A54F-270700E3EA61}"/>
              </a:ext>
            </a:extLst>
          </p:cNvPr>
          <p:cNvCxnSpPr>
            <a:cxnSpLocks/>
          </p:cNvCxnSpPr>
          <p:nvPr/>
        </p:nvCxnSpPr>
        <p:spPr>
          <a:xfrm>
            <a:off x="2380899" y="516229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id="{BFB2C668-79EA-0543-8CAF-A4ECBB6AFD85}"/>
              </a:ext>
            </a:extLst>
          </p:cNvPr>
          <p:cNvCxnSpPr>
            <a:cxnSpLocks/>
          </p:cNvCxnSpPr>
          <p:nvPr/>
        </p:nvCxnSpPr>
        <p:spPr>
          <a:xfrm flipH="1">
            <a:off x="1826849" y="839329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Oval 292">
            <a:extLst>
              <a:ext uri="{FF2B5EF4-FFF2-40B4-BE49-F238E27FC236}">
                <a16:creationId id="{FB8CEC8B-EC6A-E64C-96CD-A6D934F3E6F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274780" y="107692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4" name="Oval 293">
            <a:extLst>
              <a:ext uri="{FF2B5EF4-FFF2-40B4-BE49-F238E27FC236}">
                <a16:creationId id="{8F810EFF-375F-FF49-85BE-9B45E281761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390461" y="11452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9" name="Oval 308">
            <a:extLst>
              <a:ext uri="{FF2B5EF4-FFF2-40B4-BE49-F238E27FC236}">
                <a16:creationId id="{461F6288-4EF5-4147-A41F-D8E465F7E39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2761761" y="135963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2" name="Oval 311">
            <a:extLst>
              <a:ext uri="{FF2B5EF4-FFF2-40B4-BE49-F238E27FC236}">
                <a16:creationId id="{E3E3D54B-7F52-C64A-BFB8-BB00C9F6221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900852" y="8625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5" name="Oval 304">
            <a:extLst>
              <a:ext uri="{FF2B5EF4-FFF2-40B4-BE49-F238E27FC236}">
                <a16:creationId id="{7CD32539-344E-4847-98A2-1BE76F403608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16121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8" name="Oval 307">
            <a:extLst>
              <a:ext uri="{FF2B5EF4-FFF2-40B4-BE49-F238E27FC236}">
                <a16:creationId id="{9E8EFB0E-039A-3A47-AED7-D6DC599BC36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332295" y="6180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id="{9A543FCC-4189-4244-8485-8F646553C57B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762749" y="86456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0" name="Oval 299">
            <a:extLst>
              <a:ext uri="{FF2B5EF4-FFF2-40B4-BE49-F238E27FC236}">
                <a16:creationId id="{9ACFED84-1FFC-E64E-B1D9-B5BDDFF86A4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901840" y="136160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1" name="Oval 300">
            <a:extLst>
              <a:ext uri="{FF2B5EF4-FFF2-40B4-BE49-F238E27FC236}">
                <a16:creationId id="{F011BDA7-4250-DF4D-BC12-A02147119AFA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294" y="7567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2" name="Oval 301">
            <a:extLst>
              <a:ext uri="{FF2B5EF4-FFF2-40B4-BE49-F238E27FC236}">
                <a16:creationId id="{E727FC01-2E3D-844A-9597-5004611088D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147894" y="12184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3" name="Oval 302">
            <a:extLst>
              <a:ext uri="{FF2B5EF4-FFF2-40B4-BE49-F238E27FC236}">
                <a16:creationId id="{2A9BFDDF-8B1C-3142-8544-59EA156379FB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2515746" y="100579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4" name="Oval 303">
            <a:extLst>
              <a:ext uri="{FF2B5EF4-FFF2-40B4-BE49-F238E27FC236}">
                <a16:creationId id="{A2F254DB-3722-DE45-AF77-62AC40675FCE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332829" y="146556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2" name="Oval 271">
            <a:extLst>
              <a:ext uri="{FF2B5EF4-FFF2-40B4-BE49-F238E27FC236}">
                <a16:creationId id="{79183A79-4208-DD42-B2A5-44B9C6AB965D}"/>
              </a:ext>
            </a:extLst>
          </p:cNvPr>
          <p:cNvSpPr>
            <a:spLocks noChangeAspect="1"/>
          </p:cNvSpPr>
          <p:nvPr/>
        </p:nvSpPr>
        <p:spPr>
          <a:xfrm flipH="1">
            <a:off x="2761761" y="135963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3" name="Oval 272">
            <a:extLst>
              <a:ext uri="{FF2B5EF4-FFF2-40B4-BE49-F238E27FC236}">
                <a16:creationId id="{2418E22E-003C-924B-BB2C-BAB86EEF9FBC}"/>
              </a:ext>
            </a:extLst>
          </p:cNvPr>
          <p:cNvSpPr>
            <a:spLocks noChangeAspect="1"/>
          </p:cNvSpPr>
          <p:nvPr/>
        </p:nvSpPr>
        <p:spPr>
          <a:xfrm flipH="1">
            <a:off x="2762749" y="86456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4" name="Oval 273">
            <a:extLst>
              <a:ext uri="{FF2B5EF4-FFF2-40B4-BE49-F238E27FC236}">
                <a16:creationId id="{4838FA52-2705-0148-8880-BE3DF8EF2879}"/>
              </a:ext>
            </a:extLst>
          </p:cNvPr>
          <p:cNvSpPr>
            <a:spLocks noChangeAspect="1"/>
          </p:cNvSpPr>
          <p:nvPr/>
        </p:nvSpPr>
        <p:spPr>
          <a:xfrm flipH="1">
            <a:off x="2332620" y="161181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5" name="Oval 274">
            <a:extLst>
              <a:ext uri="{FF2B5EF4-FFF2-40B4-BE49-F238E27FC236}">
                <a16:creationId id="{F2146191-1608-2940-BC8E-0C1ECC3ADAD1}"/>
              </a:ext>
            </a:extLst>
          </p:cNvPr>
          <p:cNvSpPr>
            <a:spLocks noChangeAspect="1"/>
          </p:cNvSpPr>
          <p:nvPr/>
        </p:nvSpPr>
        <p:spPr>
          <a:xfrm flipH="1">
            <a:off x="1900852" y="86267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6" name="Oval 275">
            <a:extLst>
              <a:ext uri="{FF2B5EF4-FFF2-40B4-BE49-F238E27FC236}">
                <a16:creationId id="{766343F5-FFFE-0C4F-A5B8-F0E1F2FF2149}"/>
              </a:ext>
            </a:extLst>
          </p:cNvPr>
          <p:cNvSpPr>
            <a:spLocks noChangeAspect="1"/>
          </p:cNvSpPr>
          <p:nvPr/>
        </p:nvSpPr>
        <p:spPr>
          <a:xfrm flipH="1">
            <a:off x="2332511" y="61785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277" name="Oval 276">
            <a:extLst>
              <a:ext uri="{FF2B5EF4-FFF2-40B4-BE49-F238E27FC236}">
                <a16:creationId id="{3FB0C636-0242-5E46-9CD1-E1F5DE7C59FF}"/>
              </a:ext>
            </a:extLst>
          </p:cNvPr>
          <p:cNvSpPr>
            <a:spLocks noChangeAspect="1"/>
          </p:cNvSpPr>
          <p:nvPr/>
        </p:nvSpPr>
        <p:spPr>
          <a:xfrm flipH="1">
            <a:off x="1902175" y="136061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72" name="Oval 371">
            <a:extLst>
              <a:ext uri="{FF2B5EF4-FFF2-40B4-BE49-F238E27FC236}">
                <a16:creationId id="{0B780F03-D65B-3341-9EDA-6C872DCEEA00}"/>
              </a:ext>
            </a:extLst>
          </p:cNvPr>
          <p:cNvSpPr>
            <a:spLocks noChangeAspect="1"/>
          </p:cNvSpPr>
          <p:nvPr/>
        </p:nvSpPr>
        <p:spPr>
          <a:xfrm rot="1800000">
            <a:off x="6921495" y="1088497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73" name="Oval 372">
            <a:extLst>
              <a:ext uri="{FF2B5EF4-FFF2-40B4-BE49-F238E27FC236}">
                <a16:creationId id="{C8930C68-52A5-7245-AA97-6C8F7ACC8714}"/>
              </a:ext>
            </a:extLst>
          </p:cNvPr>
          <p:cNvSpPr>
            <a:spLocks noChangeAspect="1"/>
          </p:cNvSpPr>
          <p:nvPr/>
        </p:nvSpPr>
        <p:spPr>
          <a:xfrm rot="1800000">
            <a:off x="6637014" y="804016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374" name="Oval 373">
            <a:extLst>
              <a:ext uri="{FF2B5EF4-FFF2-40B4-BE49-F238E27FC236}">
                <a16:creationId id="{FD068A0A-37C6-8647-9F92-447FF15E882B}"/>
              </a:ext>
            </a:extLst>
          </p:cNvPr>
          <p:cNvSpPr>
            <a:spLocks noChangeAspect="1"/>
          </p:cNvSpPr>
          <p:nvPr/>
        </p:nvSpPr>
        <p:spPr>
          <a:xfrm rot="1800000">
            <a:off x="6494774" y="661776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375" name="Oval 374">
            <a:extLst>
              <a:ext uri="{FF2B5EF4-FFF2-40B4-BE49-F238E27FC236}">
                <a16:creationId id="{8FB90B62-854D-8747-BD21-A3B7A24451E0}"/>
              </a:ext>
            </a:extLst>
          </p:cNvPr>
          <p:cNvSpPr>
            <a:spLocks noChangeAspect="1"/>
          </p:cNvSpPr>
          <p:nvPr/>
        </p:nvSpPr>
        <p:spPr>
          <a:xfrm rot="1800000">
            <a:off x="6779255" y="946256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376" name="Straight Connector 375">
            <a:extLst>
              <a:ext uri="{FF2B5EF4-FFF2-40B4-BE49-F238E27FC236}">
                <a16:creationId id="{024A62B0-3E3E-2145-95F4-7300D772C03F}"/>
              </a:ext>
            </a:extLst>
          </p:cNvPr>
          <p:cNvCxnSpPr>
            <a:cxnSpLocks/>
          </p:cNvCxnSpPr>
          <p:nvPr/>
        </p:nvCxnSpPr>
        <p:spPr>
          <a:xfrm>
            <a:off x="6438288" y="839576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id="{786F4C1B-84FC-7440-88E0-F0E6522DDE76}"/>
              </a:ext>
            </a:extLst>
          </p:cNvPr>
          <p:cNvCxnSpPr>
            <a:cxnSpLocks/>
          </p:cNvCxnSpPr>
          <p:nvPr/>
        </p:nvCxnSpPr>
        <p:spPr>
          <a:xfrm>
            <a:off x="6994468" y="516229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id="{32003E2D-FDE9-534B-AA26-F90DB31F9CE5}"/>
              </a:ext>
            </a:extLst>
          </p:cNvPr>
          <p:cNvCxnSpPr>
            <a:cxnSpLocks/>
          </p:cNvCxnSpPr>
          <p:nvPr/>
        </p:nvCxnSpPr>
        <p:spPr>
          <a:xfrm flipH="1">
            <a:off x="6440418" y="839329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Oval 378">
            <a:extLst>
              <a:ext uri="{FF2B5EF4-FFF2-40B4-BE49-F238E27FC236}">
                <a16:creationId id="{8B33753E-2D44-9C42-98AA-DC080BBDB7B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888349" y="107692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0" name="Oval 379">
            <a:extLst>
              <a:ext uri="{FF2B5EF4-FFF2-40B4-BE49-F238E27FC236}">
                <a16:creationId id="{B6D8FA8F-3865-744B-9477-E3417D643E4B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7004030" y="11452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id="{3CEABB00-CEE6-ED46-BA2A-8185E08C6F6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7375330" y="135963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8" name="Oval 397">
            <a:extLst>
              <a:ext uri="{FF2B5EF4-FFF2-40B4-BE49-F238E27FC236}">
                <a16:creationId id="{FADFEAE8-2988-4E42-9CD5-628EA7A6752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514421" y="8625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1" name="Oval 390">
            <a:extLst>
              <a:ext uri="{FF2B5EF4-FFF2-40B4-BE49-F238E27FC236}">
                <a16:creationId id="{AA9B6361-3F19-EB4E-90CE-36E784859A7F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45864" y="16121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id="{65794C5F-60D2-E042-BE52-98A46ADEAF8F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45864" y="6180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3" name="Oval 382">
            <a:extLst>
              <a:ext uri="{FF2B5EF4-FFF2-40B4-BE49-F238E27FC236}">
                <a16:creationId id="{0A6296A1-BCF0-074A-9B75-FC0A65F8C2C2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376318" y="86456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6" name="Oval 385">
            <a:extLst>
              <a:ext uri="{FF2B5EF4-FFF2-40B4-BE49-F238E27FC236}">
                <a16:creationId id="{A89A66A0-905A-CC4A-85D9-5451DAFC140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515409" y="136160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7" name="Oval 386">
            <a:extLst>
              <a:ext uri="{FF2B5EF4-FFF2-40B4-BE49-F238E27FC236}">
                <a16:creationId id="{59521C3C-2260-CE4F-A0D7-CD8698573286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45863" y="7567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8" name="Oval 387">
            <a:extLst>
              <a:ext uri="{FF2B5EF4-FFF2-40B4-BE49-F238E27FC236}">
                <a16:creationId id="{FF1B34F2-A9D2-EB4F-BBD3-E3A51FFDEDB2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1463" y="12184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9" name="Oval 388">
            <a:extLst>
              <a:ext uri="{FF2B5EF4-FFF2-40B4-BE49-F238E27FC236}">
                <a16:creationId id="{B7C7D94A-F860-1A40-A3E9-EDCB3379886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129315" y="100579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0" name="Oval 389">
            <a:extLst>
              <a:ext uri="{FF2B5EF4-FFF2-40B4-BE49-F238E27FC236}">
                <a16:creationId id="{7F266BA6-771C-5540-8E5D-145A1F83089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46398" y="146556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id="{10649BEB-E598-6049-8A5D-7216DF4CE827}"/>
              </a:ext>
            </a:extLst>
          </p:cNvPr>
          <p:cNvSpPr>
            <a:spLocks noChangeAspect="1"/>
          </p:cNvSpPr>
          <p:nvPr/>
        </p:nvSpPr>
        <p:spPr>
          <a:xfrm flipH="1">
            <a:off x="6945202" y="161284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359" name="Oval 358">
            <a:extLst>
              <a:ext uri="{FF2B5EF4-FFF2-40B4-BE49-F238E27FC236}">
                <a16:creationId id="{8358D0A7-6961-434B-894F-13FE5F2B8998}"/>
              </a:ext>
            </a:extLst>
          </p:cNvPr>
          <p:cNvSpPr>
            <a:spLocks noChangeAspect="1"/>
          </p:cNvSpPr>
          <p:nvPr/>
        </p:nvSpPr>
        <p:spPr>
          <a:xfrm flipH="1">
            <a:off x="6514262" y="86193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360" name="Oval 359">
            <a:extLst>
              <a:ext uri="{FF2B5EF4-FFF2-40B4-BE49-F238E27FC236}">
                <a16:creationId id="{644D7E58-9752-1F45-9D01-68F375C7BBD6}"/>
              </a:ext>
            </a:extLst>
          </p:cNvPr>
          <p:cNvSpPr>
            <a:spLocks noChangeAspect="1"/>
          </p:cNvSpPr>
          <p:nvPr/>
        </p:nvSpPr>
        <p:spPr>
          <a:xfrm flipH="1">
            <a:off x="6515744" y="136131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67" name="Oval 366">
            <a:extLst>
              <a:ext uri="{FF2B5EF4-FFF2-40B4-BE49-F238E27FC236}">
                <a16:creationId id="{6F996CFE-6546-B648-8D4F-61D9773EA81B}"/>
              </a:ext>
            </a:extLst>
          </p:cNvPr>
          <p:cNvSpPr>
            <a:spLocks noChangeAspect="1"/>
          </p:cNvSpPr>
          <p:nvPr/>
        </p:nvSpPr>
        <p:spPr>
          <a:xfrm flipH="1">
            <a:off x="7375948" y="135920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68" name="Oval 367">
            <a:extLst>
              <a:ext uri="{FF2B5EF4-FFF2-40B4-BE49-F238E27FC236}">
                <a16:creationId id="{BBC1AB77-DCF9-604D-81B2-0358CBD79983}"/>
              </a:ext>
            </a:extLst>
          </p:cNvPr>
          <p:cNvSpPr>
            <a:spLocks noChangeAspect="1"/>
          </p:cNvSpPr>
          <p:nvPr/>
        </p:nvSpPr>
        <p:spPr>
          <a:xfrm flipH="1">
            <a:off x="6946189" y="6182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369" name="Oval 368">
            <a:extLst>
              <a:ext uri="{FF2B5EF4-FFF2-40B4-BE49-F238E27FC236}">
                <a16:creationId id="{3295AD0B-6B28-554D-AF6F-F3A422ED0C4D}"/>
              </a:ext>
            </a:extLst>
          </p:cNvPr>
          <p:cNvSpPr>
            <a:spLocks noChangeAspect="1"/>
          </p:cNvSpPr>
          <p:nvPr/>
        </p:nvSpPr>
        <p:spPr>
          <a:xfrm flipH="1">
            <a:off x="7376318" y="863915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id="{039A8C48-4189-5EF0-CA8B-857B5A60BD78}"/>
              </a:ext>
            </a:extLst>
          </p:cNvPr>
          <p:cNvGrpSpPr/>
          <p:nvPr/>
        </p:nvGrpSpPr>
        <p:grpSpPr>
          <a:xfrm>
            <a:off x="3363266" y="2150501"/>
            <a:ext cx="1108654" cy="1284630"/>
            <a:chOff x="3363266" y="2150501"/>
            <a:chExt cx="1108654" cy="1284630"/>
          </a:xfrm>
        </p:grpSpPr>
        <p:sp>
          <p:nvSpPr>
            <p:cNvPr id="415" name="Oval 414">
              <a:extLst>
                <a:ext uri="{FF2B5EF4-FFF2-40B4-BE49-F238E27FC236}">
                  <a16:creationId id="{A661C4A2-4C7E-214B-99C3-546457AE099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3846473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416" name="Oval 415">
              <a:extLst>
                <a:ext uri="{FF2B5EF4-FFF2-40B4-BE49-F238E27FC236}">
                  <a16:creationId id="{0ECAE144-944A-ED4B-9DA7-CCA0665DBDCD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3561992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417" name="Oval 416">
              <a:extLst>
                <a:ext uri="{FF2B5EF4-FFF2-40B4-BE49-F238E27FC236}">
                  <a16:creationId id="{61BBA438-81AA-7742-8386-E77ED65C5B4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3419752" y="2296048"/>
              <a:ext cx="995682" cy="995682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418" name="Oval 417">
              <a:extLst>
                <a:ext uri="{FF2B5EF4-FFF2-40B4-BE49-F238E27FC236}">
                  <a16:creationId id="{22AB54D8-CC88-9644-8A2D-B056C054ACB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3704233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419" name="Straight Connector 418">
              <a:extLst>
                <a:ext uri="{FF2B5EF4-FFF2-40B4-BE49-F238E27FC236}">
                  <a16:creationId id="{93758734-BB51-FE45-B1D6-B030152E79F1}"/>
                </a:ext>
              </a:extLst>
            </p:cNvPr>
            <p:cNvCxnSpPr>
              <a:cxnSpLocks/>
            </p:cNvCxnSpPr>
            <p:nvPr/>
          </p:nvCxnSpPr>
          <p:spPr>
            <a:xfrm>
              <a:off x="3363266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id="{3300EA63-FC1A-464A-8DD1-F0A1CFED8084}"/>
                </a:ext>
              </a:extLst>
            </p:cNvPr>
            <p:cNvCxnSpPr>
              <a:cxnSpLocks/>
            </p:cNvCxnSpPr>
            <p:nvPr/>
          </p:nvCxnSpPr>
          <p:spPr>
            <a:xfrm>
              <a:off x="3919446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id="{C96AE7B6-28B8-3045-8CC9-F02FC605CF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5396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2" name="Oval 421">
              <a:extLst>
                <a:ext uri="{FF2B5EF4-FFF2-40B4-BE49-F238E27FC236}">
                  <a16:creationId id="{6C9C6AC2-57CA-1B4C-99D7-EFAA70AB35A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813327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3" name="Oval 422">
              <a:extLst>
                <a:ext uri="{FF2B5EF4-FFF2-40B4-BE49-F238E27FC236}">
                  <a16:creationId id="{04C7DCA8-8D78-EA4E-ADE7-F488DDFF212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929008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8" name="Oval 437">
              <a:extLst>
                <a:ext uri="{FF2B5EF4-FFF2-40B4-BE49-F238E27FC236}">
                  <a16:creationId id="{0635062C-3D07-BE40-A1C1-CFEF340A0A2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300308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1" name="Oval 440">
              <a:extLst>
                <a:ext uri="{FF2B5EF4-FFF2-40B4-BE49-F238E27FC236}">
                  <a16:creationId id="{AB05E3E8-C305-DD4F-9F5D-2C5272EBABF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439399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4" name="Oval 433">
              <a:extLst>
                <a:ext uri="{FF2B5EF4-FFF2-40B4-BE49-F238E27FC236}">
                  <a16:creationId id="{8DC1B2AF-0A6D-7043-B11F-F47F0FBCD77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3870842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7" name="Oval 436">
              <a:extLst>
                <a:ext uri="{FF2B5EF4-FFF2-40B4-BE49-F238E27FC236}">
                  <a16:creationId id="{8E3B14C3-01A7-084E-B393-8E9129180ABE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3870842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6" name="Oval 425">
              <a:extLst>
                <a:ext uri="{FF2B5EF4-FFF2-40B4-BE49-F238E27FC236}">
                  <a16:creationId id="{D578D0B8-651F-DC47-9621-4591B64D022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301296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9" name="Oval 428">
              <a:extLst>
                <a:ext uri="{FF2B5EF4-FFF2-40B4-BE49-F238E27FC236}">
                  <a16:creationId id="{ED9940F6-CC91-4E4E-A99C-0FAA7D33767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40387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0" name="Oval 429">
              <a:extLst>
                <a:ext uri="{FF2B5EF4-FFF2-40B4-BE49-F238E27FC236}">
                  <a16:creationId id="{F6621B98-A161-9642-8BFE-F0501B710370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3870841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1" name="Oval 430">
              <a:extLst>
                <a:ext uri="{FF2B5EF4-FFF2-40B4-BE49-F238E27FC236}">
                  <a16:creationId id="{7D1290FE-56EF-E14C-A7E7-2BC338C9101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686441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2" name="Oval 431">
              <a:extLst>
                <a:ext uri="{FF2B5EF4-FFF2-40B4-BE49-F238E27FC236}">
                  <a16:creationId id="{FC2FA5C6-C23A-8941-B02F-AE9F6E888A1B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054293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3" name="Oval 432">
              <a:extLst>
                <a:ext uri="{FF2B5EF4-FFF2-40B4-BE49-F238E27FC236}">
                  <a16:creationId id="{59DEE2B4-2769-4B4B-AE2B-6C6B1094831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3871376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1" name="Oval 400">
              <a:extLst>
                <a:ext uri="{FF2B5EF4-FFF2-40B4-BE49-F238E27FC236}">
                  <a16:creationId id="{5F7E6F4E-8992-C545-8076-EDE4AC746CA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70180" y="324711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2" name="Oval 401">
              <a:extLst>
                <a:ext uri="{FF2B5EF4-FFF2-40B4-BE49-F238E27FC236}">
                  <a16:creationId id="{06F5ADEB-69E1-0F43-9B52-7B700B4E83D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39240" y="249621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3" name="Oval 402">
              <a:extLst>
                <a:ext uri="{FF2B5EF4-FFF2-40B4-BE49-F238E27FC236}">
                  <a16:creationId id="{0EB1B810-41B0-B244-A235-A648D58EBF3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40722" y="299558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04" name="Oval 403">
              <a:extLst>
                <a:ext uri="{FF2B5EF4-FFF2-40B4-BE49-F238E27FC236}">
                  <a16:creationId id="{51DB79E6-354B-B848-AAFB-78775EDC41C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86730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05" name="Oval 404">
              <a:extLst>
                <a:ext uri="{FF2B5EF4-FFF2-40B4-BE49-F238E27FC236}">
                  <a16:creationId id="{48560F31-422E-384E-B9C4-777AE1F4DE0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054752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6" name="Oval 405">
              <a:extLst>
                <a:ext uri="{FF2B5EF4-FFF2-40B4-BE49-F238E27FC236}">
                  <a16:creationId id="{E6DBC3D3-AD44-5140-BC2E-5F663395B6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70842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07" name="Oval 406">
              <a:extLst>
                <a:ext uri="{FF2B5EF4-FFF2-40B4-BE49-F238E27FC236}">
                  <a16:creationId id="{539445DB-04B6-0240-A696-7C44C419281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929798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8" name="Oval 407">
              <a:extLst>
                <a:ext uri="{FF2B5EF4-FFF2-40B4-BE49-F238E27FC236}">
                  <a16:creationId id="{6CCB775A-7CB3-3E45-B8BB-45FD3D36C1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13748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id="{39C13FB2-2447-584F-92E1-7E35F49E07D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70860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10" name="Oval 409">
              <a:extLst>
                <a:ext uri="{FF2B5EF4-FFF2-40B4-BE49-F238E27FC236}">
                  <a16:creationId id="{5A9B46B3-C93F-D44F-BDE0-334D20BE25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300926" y="299347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11" name="Oval 410">
              <a:extLst>
                <a:ext uri="{FF2B5EF4-FFF2-40B4-BE49-F238E27FC236}">
                  <a16:creationId id="{9A3CCBFE-A095-4F40-B39F-C12C82D319A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302139" y="249883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12" name="Oval 411">
              <a:extLst>
                <a:ext uri="{FF2B5EF4-FFF2-40B4-BE49-F238E27FC236}">
                  <a16:creationId id="{E5038A0E-D027-6642-AF69-3DB78B6D11A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871167" y="22525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458" name="Oval 457">
            <a:extLst>
              <a:ext uri="{FF2B5EF4-FFF2-40B4-BE49-F238E27FC236}">
                <a16:creationId id="{A13F3D53-C117-014B-878D-10B041809905}"/>
              </a:ext>
            </a:extLst>
          </p:cNvPr>
          <p:cNvSpPr>
            <a:spLocks noChangeAspect="1"/>
          </p:cNvSpPr>
          <p:nvPr/>
        </p:nvSpPr>
        <p:spPr>
          <a:xfrm rot="1800000">
            <a:off x="3846473" y="1088497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59" name="Oval 458">
            <a:extLst>
              <a:ext uri="{FF2B5EF4-FFF2-40B4-BE49-F238E27FC236}">
                <a16:creationId id="{9989A416-DF7A-3A43-8F1F-D3DC3FA1BB3D}"/>
              </a:ext>
            </a:extLst>
          </p:cNvPr>
          <p:cNvSpPr>
            <a:spLocks noChangeAspect="1"/>
          </p:cNvSpPr>
          <p:nvPr/>
        </p:nvSpPr>
        <p:spPr>
          <a:xfrm rot="1800000">
            <a:off x="3561992" y="804016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460" name="Oval 459">
            <a:extLst>
              <a:ext uri="{FF2B5EF4-FFF2-40B4-BE49-F238E27FC236}">
                <a16:creationId id="{4F9345A1-9A16-1242-AA05-C9AA615D1CC7}"/>
              </a:ext>
            </a:extLst>
          </p:cNvPr>
          <p:cNvSpPr>
            <a:spLocks noChangeAspect="1"/>
          </p:cNvSpPr>
          <p:nvPr/>
        </p:nvSpPr>
        <p:spPr>
          <a:xfrm rot="1800000">
            <a:off x="3419752" y="661776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461" name="Oval 460">
            <a:extLst>
              <a:ext uri="{FF2B5EF4-FFF2-40B4-BE49-F238E27FC236}">
                <a16:creationId id="{91023418-FE57-3F4F-BCE6-1E1A24843D22}"/>
              </a:ext>
            </a:extLst>
          </p:cNvPr>
          <p:cNvSpPr>
            <a:spLocks noChangeAspect="1"/>
          </p:cNvSpPr>
          <p:nvPr/>
        </p:nvSpPr>
        <p:spPr>
          <a:xfrm rot="1800000">
            <a:off x="3704233" y="946256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462" name="Straight Connector 461">
            <a:extLst>
              <a:ext uri="{FF2B5EF4-FFF2-40B4-BE49-F238E27FC236}">
                <a16:creationId id="{01C70290-29D5-4040-A1C9-BC4FEC470E71}"/>
              </a:ext>
            </a:extLst>
          </p:cNvPr>
          <p:cNvCxnSpPr>
            <a:cxnSpLocks/>
          </p:cNvCxnSpPr>
          <p:nvPr/>
        </p:nvCxnSpPr>
        <p:spPr>
          <a:xfrm>
            <a:off x="3363266" y="1011435"/>
            <a:ext cx="1108654" cy="64008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id="{57F0D0A7-7357-9B4B-94E1-919B29507CA5}"/>
              </a:ext>
            </a:extLst>
          </p:cNvPr>
          <p:cNvCxnSpPr>
            <a:cxnSpLocks/>
          </p:cNvCxnSpPr>
          <p:nvPr/>
        </p:nvCxnSpPr>
        <p:spPr>
          <a:xfrm>
            <a:off x="3919446" y="516229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id="{02C23ED5-E698-FC46-AB16-6D3C82861C98}"/>
              </a:ext>
            </a:extLst>
          </p:cNvPr>
          <p:cNvCxnSpPr>
            <a:cxnSpLocks/>
          </p:cNvCxnSpPr>
          <p:nvPr/>
        </p:nvCxnSpPr>
        <p:spPr>
          <a:xfrm flipH="1">
            <a:off x="3365396" y="839329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Oval 464">
            <a:extLst>
              <a:ext uri="{FF2B5EF4-FFF2-40B4-BE49-F238E27FC236}">
                <a16:creationId id="{CE4C9335-060B-784C-9AA9-2EF83249718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813327" y="107692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6" name="Oval 465">
            <a:extLst>
              <a:ext uri="{FF2B5EF4-FFF2-40B4-BE49-F238E27FC236}">
                <a16:creationId id="{FE472119-9D27-414E-BF3C-19179E92274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929008" y="11452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1" name="Oval 480">
            <a:extLst>
              <a:ext uri="{FF2B5EF4-FFF2-40B4-BE49-F238E27FC236}">
                <a16:creationId id="{6A83079B-F4C1-1648-9735-105C06D83309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300308" y="135963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4" name="Oval 483">
            <a:extLst>
              <a:ext uri="{FF2B5EF4-FFF2-40B4-BE49-F238E27FC236}">
                <a16:creationId id="{5594AB4A-98BA-384D-B670-904917022706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439399" y="8625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7" name="Oval 476">
            <a:extLst>
              <a:ext uri="{FF2B5EF4-FFF2-40B4-BE49-F238E27FC236}">
                <a16:creationId id="{0864F53A-7975-E746-84C7-8FC9B0796C6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16121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0" name="Oval 479">
            <a:extLst>
              <a:ext uri="{FF2B5EF4-FFF2-40B4-BE49-F238E27FC236}">
                <a16:creationId id="{87D4F867-6AAF-D541-AB58-8078C0D2C77F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6180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9" name="Oval 468">
            <a:extLst>
              <a:ext uri="{FF2B5EF4-FFF2-40B4-BE49-F238E27FC236}">
                <a16:creationId id="{A05BFF1A-04D3-E041-8112-E4114CC9099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1296" y="86456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2" name="Oval 471">
            <a:extLst>
              <a:ext uri="{FF2B5EF4-FFF2-40B4-BE49-F238E27FC236}">
                <a16:creationId id="{FC336EEE-C40B-0A41-98FF-D25870F9D2A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40387" y="136160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3" name="Oval 472">
            <a:extLst>
              <a:ext uri="{FF2B5EF4-FFF2-40B4-BE49-F238E27FC236}">
                <a16:creationId id="{5DD5C564-4DAD-8C47-820B-09FA1BADBF0E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0841" y="7567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4" name="Oval 473">
            <a:extLst>
              <a:ext uri="{FF2B5EF4-FFF2-40B4-BE49-F238E27FC236}">
                <a16:creationId id="{79847281-C9D9-1D45-BB95-1BCDF23CF48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686441" y="12184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5" name="Oval 474">
            <a:extLst>
              <a:ext uri="{FF2B5EF4-FFF2-40B4-BE49-F238E27FC236}">
                <a16:creationId id="{653F8185-77F8-B748-A2E9-F00B362A6F98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054293" y="100579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6" name="Oval 475">
            <a:extLst>
              <a:ext uri="{FF2B5EF4-FFF2-40B4-BE49-F238E27FC236}">
                <a16:creationId id="{183618CA-211A-8A4E-BDA9-E866E5946EEA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1376" y="146556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4" name="Oval 443">
            <a:extLst>
              <a:ext uri="{FF2B5EF4-FFF2-40B4-BE49-F238E27FC236}">
                <a16:creationId id="{5DFCF41A-6E4F-E44F-AE60-7F8124F64DE2}"/>
              </a:ext>
            </a:extLst>
          </p:cNvPr>
          <p:cNvSpPr>
            <a:spLocks noChangeAspect="1"/>
          </p:cNvSpPr>
          <p:nvPr/>
        </p:nvSpPr>
        <p:spPr>
          <a:xfrm flipH="1">
            <a:off x="3870180" y="161284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45" name="Oval 444">
            <a:extLst>
              <a:ext uri="{FF2B5EF4-FFF2-40B4-BE49-F238E27FC236}">
                <a16:creationId id="{79F79CC8-1C89-0247-A77D-F280293F821A}"/>
              </a:ext>
            </a:extLst>
          </p:cNvPr>
          <p:cNvSpPr>
            <a:spLocks noChangeAspect="1"/>
          </p:cNvSpPr>
          <p:nvPr/>
        </p:nvSpPr>
        <p:spPr>
          <a:xfrm flipH="1">
            <a:off x="3439240" y="86193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446" name="Oval 445">
            <a:extLst>
              <a:ext uri="{FF2B5EF4-FFF2-40B4-BE49-F238E27FC236}">
                <a16:creationId id="{D95CFC8C-49D3-7E4E-AF0F-A57CBF56C008}"/>
              </a:ext>
            </a:extLst>
          </p:cNvPr>
          <p:cNvSpPr>
            <a:spLocks noChangeAspect="1"/>
          </p:cNvSpPr>
          <p:nvPr/>
        </p:nvSpPr>
        <p:spPr>
          <a:xfrm flipH="1">
            <a:off x="3440722" y="136131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3" name="Oval 452">
            <a:extLst>
              <a:ext uri="{FF2B5EF4-FFF2-40B4-BE49-F238E27FC236}">
                <a16:creationId id="{4A7D5010-2199-3349-A205-BA26472214DA}"/>
              </a:ext>
            </a:extLst>
          </p:cNvPr>
          <p:cNvSpPr>
            <a:spLocks noChangeAspect="1"/>
          </p:cNvSpPr>
          <p:nvPr/>
        </p:nvSpPr>
        <p:spPr>
          <a:xfrm flipH="1">
            <a:off x="4300926" y="135920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4" name="Oval 453">
            <a:extLst>
              <a:ext uri="{FF2B5EF4-FFF2-40B4-BE49-F238E27FC236}">
                <a16:creationId id="{60C8B936-1C59-E54D-9854-FC87F02DA9F6}"/>
              </a:ext>
            </a:extLst>
          </p:cNvPr>
          <p:cNvSpPr>
            <a:spLocks noChangeAspect="1"/>
          </p:cNvSpPr>
          <p:nvPr/>
        </p:nvSpPr>
        <p:spPr>
          <a:xfrm flipH="1">
            <a:off x="4302139" y="864561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455" name="Oval 454">
            <a:extLst>
              <a:ext uri="{FF2B5EF4-FFF2-40B4-BE49-F238E27FC236}">
                <a16:creationId id="{763E88AE-2C44-C748-9048-A5B863AE5B3E}"/>
              </a:ext>
            </a:extLst>
          </p:cNvPr>
          <p:cNvSpPr>
            <a:spLocks noChangeAspect="1"/>
          </p:cNvSpPr>
          <p:nvPr/>
        </p:nvSpPr>
        <p:spPr>
          <a:xfrm flipH="1">
            <a:off x="3871167" y="61829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04" name="Oval 503">
            <a:extLst>
              <a:ext uri="{FF2B5EF4-FFF2-40B4-BE49-F238E27FC236}">
                <a16:creationId id="{522B21F7-DE78-8341-8C3C-AFC6EB981F6D}"/>
              </a:ext>
            </a:extLst>
          </p:cNvPr>
          <p:cNvSpPr>
            <a:spLocks noChangeAspect="1"/>
          </p:cNvSpPr>
          <p:nvPr/>
        </p:nvSpPr>
        <p:spPr>
          <a:xfrm rot="1800000">
            <a:off x="4965234" y="229604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grpSp>
        <p:nvGrpSpPr>
          <p:cNvPr id="201" name="Group 200">
            <a:extLst>
              <a:ext uri="{FF2B5EF4-FFF2-40B4-BE49-F238E27FC236}">
                <a16:creationId id="{0AF05F18-C968-807A-CA6F-6B1A9D0A161F}"/>
              </a:ext>
            </a:extLst>
          </p:cNvPr>
          <p:cNvGrpSpPr/>
          <p:nvPr/>
        </p:nvGrpSpPr>
        <p:grpSpPr>
          <a:xfrm>
            <a:off x="4908748" y="2150501"/>
            <a:ext cx="1108654" cy="1284630"/>
            <a:chOff x="4908748" y="2150501"/>
            <a:chExt cx="1108654" cy="1284630"/>
          </a:xfrm>
        </p:grpSpPr>
        <p:sp>
          <p:nvSpPr>
            <p:cNvPr id="502" name="Oval 501">
              <a:extLst>
                <a:ext uri="{FF2B5EF4-FFF2-40B4-BE49-F238E27FC236}">
                  <a16:creationId id="{75946FE9-C3B5-E047-B84C-8FA15465CDE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391955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503" name="Oval 502">
              <a:extLst>
                <a:ext uri="{FF2B5EF4-FFF2-40B4-BE49-F238E27FC236}">
                  <a16:creationId id="{57FC97E8-C1C6-B248-A98C-0FDC36F5282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107474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505" name="Oval 504">
              <a:extLst>
                <a:ext uri="{FF2B5EF4-FFF2-40B4-BE49-F238E27FC236}">
                  <a16:creationId id="{96166588-02AE-F54E-8681-B89832E0527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249715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506" name="Straight Connector 505">
              <a:extLst>
                <a:ext uri="{FF2B5EF4-FFF2-40B4-BE49-F238E27FC236}">
                  <a16:creationId id="{A52F2793-8C0A-2D46-A8B2-2CA690911B1B}"/>
                </a:ext>
              </a:extLst>
            </p:cNvPr>
            <p:cNvCxnSpPr>
              <a:cxnSpLocks/>
            </p:cNvCxnSpPr>
            <p:nvPr/>
          </p:nvCxnSpPr>
          <p:spPr>
            <a:xfrm>
              <a:off x="4908748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id="{1F4CA80F-5BA3-7A4A-82CF-AF0AC8AEBB03}"/>
                </a:ext>
              </a:extLst>
            </p:cNvPr>
            <p:cNvCxnSpPr>
              <a:cxnSpLocks/>
            </p:cNvCxnSpPr>
            <p:nvPr/>
          </p:nvCxnSpPr>
          <p:spPr>
            <a:xfrm>
              <a:off x="5464928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id="{77DE0794-94E2-FF47-A6D3-4AA74A4082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0878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9" name="Oval 508">
              <a:extLst>
                <a:ext uri="{FF2B5EF4-FFF2-40B4-BE49-F238E27FC236}">
                  <a16:creationId id="{5465EBF7-C3C6-6D43-9480-5E0BC49BE202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358809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0" name="Oval 509">
              <a:extLst>
                <a:ext uri="{FF2B5EF4-FFF2-40B4-BE49-F238E27FC236}">
                  <a16:creationId id="{324600C4-7D0D-5A40-95C1-85E011698DB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474490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5" name="Oval 524">
              <a:extLst>
                <a:ext uri="{FF2B5EF4-FFF2-40B4-BE49-F238E27FC236}">
                  <a16:creationId id="{4EA1A537-0D76-7A4F-8A91-6BE8497D8FD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845790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8" name="Oval 527">
              <a:extLst>
                <a:ext uri="{FF2B5EF4-FFF2-40B4-BE49-F238E27FC236}">
                  <a16:creationId id="{2D75CD34-1E50-D940-AD2D-293EF25CC8C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984881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1" name="Oval 520">
              <a:extLst>
                <a:ext uri="{FF2B5EF4-FFF2-40B4-BE49-F238E27FC236}">
                  <a16:creationId id="{2B7BDD74-A330-8B41-9838-A494F7BE3312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5416324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4" name="Oval 523">
              <a:extLst>
                <a:ext uri="{FF2B5EF4-FFF2-40B4-BE49-F238E27FC236}">
                  <a16:creationId id="{BA093BCB-EAF2-4045-8C4B-0D277510294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5416324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3" name="Oval 512">
              <a:extLst>
                <a:ext uri="{FF2B5EF4-FFF2-40B4-BE49-F238E27FC236}">
                  <a16:creationId id="{D5123289-0F99-D84C-9588-402D4E3D8AA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846778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6" name="Oval 515">
              <a:extLst>
                <a:ext uri="{FF2B5EF4-FFF2-40B4-BE49-F238E27FC236}">
                  <a16:creationId id="{C03BCC6F-56D2-064A-967D-DBA6B280EC9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985869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7" name="Oval 516">
              <a:extLst>
                <a:ext uri="{FF2B5EF4-FFF2-40B4-BE49-F238E27FC236}">
                  <a16:creationId id="{E7716E9E-BE93-014F-80BE-F8142C98F1B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416323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8" name="Oval 517">
              <a:extLst>
                <a:ext uri="{FF2B5EF4-FFF2-40B4-BE49-F238E27FC236}">
                  <a16:creationId id="{BE239EB3-9993-9F4D-9F86-D3D176CDBDF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231923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9" name="Oval 518">
              <a:extLst>
                <a:ext uri="{FF2B5EF4-FFF2-40B4-BE49-F238E27FC236}">
                  <a16:creationId id="{9A8F4722-9886-8246-B821-766960C35922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599775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0" name="Oval 519">
              <a:extLst>
                <a:ext uri="{FF2B5EF4-FFF2-40B4-BE49-F238E27FC236}">
                  <a16:creationId id="{220AAAD0-7138-1A4B-A52B-473C88B5356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416858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8" name="Oval 497">
              <a:extLst>
                <a:ext uri="{FF2B5EF4-FFF2-40B4-BE49-F238E27FC236}">
                  <a16:creationId id="{F6F583EB-BB99-E44A-B541-76B1BB7E9F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45790" y="299390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9" name="Oval 498">
              <a:extLst>
                <a:ext uri="{FF2B5EF4-FFF2-40B4-BE49-F238E27FC236}">
                  <a16:creationId id="{76767F52-D4E6-8449-A460-52B598203A9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5743" y="225258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87" name="Oval 486">
              <a:extLst>
                <a:ext uri="{FF2B5EF4-FFF2-40B4-BE49-F238E27FC236}">
                  <a16:creationId id="{073B9EDC-8F01-C54B-937E-7B1CE8F745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5662" y="324711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88" name="Oval 487">
              <a:extLst>
                <a:ext uri="{FF2B5EF4-FFF2-40B4-BE49-F238E27FC236}">
                  <a16:creationId id="{CA30503F-74DD-8C4D-9D74-641D71AC40F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84722" y="249621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89" name="Oval 488">
              <a:extLst>
                <a:ext uri="{FF2B5EF4-FFF2-40B4-BE49-F238E27FC236}">
                  <a16:creationId id="{F65104AE-D780-A845-89D5-52B2F838CEF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46778" y="249883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0" name="Oval 489">
              <a:extLst>
                <a:ext uri="{FF2B5EF4-FFF2-40B4-BE49-F238E27FC236}">
                  <a16:creationId id="{B2438213-F39A-6E48-933C-2560DA231F1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86204" y="299558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1" name="Oval 490">
              <a:extLst>
                <a:ext uri="{FF2B5EF4-FFF2-40B4-BE49-F238E27FC236}">
                  <a16:creationId id="{A1A8B911-BABB-3447-8105-9631BC42A8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2212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2" name="Oval 491">
              <a:extLst>
                <a:ext uri="{FF2B5EF4-FFF2-40B4-BE49-F238E27FC236}">
                  <a16:creationId id="{6DDB2B59-EA56-804F-9B85-9ACA15DBE35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00234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3" name="Oval 492">
              <a:extLst>
                <a:ext uri="{FF2B5EF4-FFF2-40B4-BE49-F238E27FC236}">
                  <a16:creationId id="{FBF9015D-C522-2944-BD7F-4448387C96D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6324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4" name="Oval 493">
              <a:extLst>
                <a:ext uri="{FF2B5EF4-FFF2-40B4-BE49-F238E27FC236}">
                  <a16:creationId id="{8E54EC34-2509-F848-9B0D-F6FB46A06D1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75280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5" name="Oval 494">
              <a:extLst>
                <a:ext uri="{FF2B5EF4-FFF2-40B4-BE49-F238E27FC236}">
                  <a16:creationId id="{FB344720-54C2-CB4F-9A1D-BE12AB503E4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359230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6" name="Oval 495">
              <a:extLst>
                <a:ext uri="{FF2B5EF4-FFF2-40B4-BE49-F238E27FC236}">
                  <a16:creationId id="{56934292-85AD-8946-AE87-0D997BD7B61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6342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546" name="Oval 545">
            <a:extLst>
              <a:ext uri="{FF2B5EF4-FFF2-40B4-BE49-F238E27FC236}">
                <a16:creationId id="{083F09F8-5022-AA44-8026-E67AD10C657D}"/>
              </a:ext>
            </a:extLst>
          </p:cNvPr>
          <p:cNvSpPr>
            <a:spLocks noChangeAspect="1"/>
          </p:cNvSpPr>
          <p:nvPr/>
        </p:nvSpPr>
        <p:spPr>
          <a:xfrm rot="1800000">
            <a:off x="5391955" y="1088497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547" name="Oval 546">
            <a:extLst>
              <a:ext uri="{FF2B5EF4-FFF2-40B4-BE49-F238E27FC236}">
                <a16:creationId id="{43AF7F4C-7104-DF4C-BBA4-2EF8CC422DA6}"/>
              </a:ext>
            </a:extLst>
          </p:cNvPr>
          <p:cNvSpPr>
            <a:spLocks noChangeAspect="1"/>
          </p:cNvSpPr>
          <p:nvPr/>
        </p:nvSpPr>
        <p:spPr>
          <a:xfrm rot="1800000">
            <a:off x="5107474" y="804016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48" name="Oval 547">
            <a:extLst>
              <a:ext uri="{FF2B5EF4-FFF2-40B4-BE49-F238E27FC236}">
                <a16:creationId id="{24EF85CA-BA19-9F49-9A50-DC20933D43CC}"/>
              </a:ext>
            </a:extLst>
          </p:cNvPr>
          <p:cNvSpPr>
            <a:spLocks noChangeAspect="1"/>
          </p:cNvSpPr>
          <p:nvPr/>
        </p:nvSpPr>
        <p:spPr>
          <a:xfrm rot="1800000">
            <a:off x="4965234" y="661776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49" name="Oval 548">
            <a:extLst>
              <a:ext uri="{FF2B5EF4-FFF2-40B4-BE49-F238E27FC236}">
                <a16:creationId id="{9F7473C9-DB3C-9B48-B72D-BBEE808E2DE9}"/>
              </a:ext>
            </a:extLst>
          </p:cNvPr>
          <p:cNvSpPr>
            <a:spLocks noChangeAspect="1"/>
          </p:cNvSpPr>
          <p:nvPr/>
        </p:nvSpPr>
        <p:spPr>
          <a:xfrm rot="1800000">
            <a:off x="5249715" y="946256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550" name="Straight Connector 549">
            <a:extLst>
              <a:ext uri="{FF2B5EF4-FFF2-40B4-BE49-F238E27FC236}">
                <a16:creationId id="{154B17C3-8442-8C48-9059-38DD2F3AFD02}"/>
              </a:ext>
            </a:extLst>
          </p:cNvPr>
          <p:cNvCxnSpPr>
            <a:cxnSpLocks/>
          </p:cNvCxnSpPr>
          <p:nvPr/>
        </p:nvCxnSpPr>
        <p:spPr>
          <a:xfrm>
            <a:off x="4908748" y="839576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550">
            <a:extLst>
              <a:ext uri="{FF2B5EF4-FFF2-40B4-BE49-F238E27FC236}">
                <a16:creationId id="{DA453C75-09D0-F64B-8E74-3F4DC250F338}"/>
              </a:ext>
            </a:extLst>
          </p:cNvPr>
          <p:cNvCxnSpPr>
            <a:cxnSpLocks/>
          </p:cNvCxnSpPr>
          <p:nvPr/>
        </p:nvCxnSpPr>
        <p:spPr>
          <a:xfrm>
            <a:off x="5464928" y="516229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551">
            <a:extLst>
              <a:ext uri="{FF2B5EF4-FFF2-40B4-BE49-F238E27FC236}">
                <a16:creationId id="{64DFF477-E5EA-2B49-90CE-1E047AA196FE}"/>
              </a:ext>
            </a:extLst>
          </p:cNvPr>
          <p:cNvCxnSpPr>
            <a:cxnSpLocks/>
          </p:cNvCxnSpPr>
          <p:nvPr/>
        </p:nvCxnSpPr>
        <p:spPr>
          <a:xfrm flipH="1">
            <a:off x="4910878" y="839329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id="{A9AD9608-94CF-7E47-AA45-B76558BA5FD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358809" y="107692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4" name="Oval 553">
            <a:extLst>
              <a:ext uri="{FF2B5EF4-FFF2-40B4-BE49-F238E27FC236}">
                <a16:creationId id="{53EF68AE-AC01-9C4E-97F6-94A44792580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474490" y="11452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9" name="Oval 568">
            <a:extLst>
              <a:ext uri="{FF2B5EF4-FFF2-40B4-BE49-F238E27FC236}">
                <a16:creationId id="{BF680391-2621-D947-A31B-DFBA582AA97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845790" y="135963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72" name="Oval 571">
            <a:extLst>
              <a:ext uri="{FF2B5EF4-FFF2-40B4-BE49-F238E27FC236}">
                <a16:creationId id="{97D0AE79-5D24-5046-8269-1ECF5AB4C3A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984881" y="86258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5" name="Oval 564">
            <a:extLst>
              <a:ext uri="{FF2B5EF4-FFF2-40B4-BE49-F238E27FC236}">
                <a16:creationId id="{8000AEA6-0577-F44C-8159-B1B02EAED9F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161210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8" name="Oval 567">
            <a:extLst>
              <a:ext uri="{FF2B5EF4-FFF2-40B4-BE49-F238E27FC236}">
                <a16:creationId id="{45A7352C-5434-E849-B92F-F9D581323B1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61801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7" name="Oval 556">
            <a:extLst>
              <a:ext uri="{FF2B5EF4-FFF2-40B4-BE49-F238E27FC236}">
                <a16:creationId id="{09DB502E-75D2-C044-8192-DB4EE7579AE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46778" y="86456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0" name="Oval 559">
            <a:extLst>
              <a:ext uri="{FF2B5EF4-FFF2-40B4-BE49-F238E27FC236}">
                <a16:creationId id="{5B013E13-C59F-DD46-AE12-F43B2DE1EEA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985869" y="136160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1" name="Oval 560">
            <a:extLst>
              <a:ext uri="{FF2B5EF4-FFF2-40B4-BE49-F238E27FC236}">
                <a16:creationId id="{34A5016F-04CE-CF4F-8819-C33A0B622BA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323" y="7567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2" name="Oval 561">
            <a:extLst>
              <a:ext uri="{FF2B5EF4-FFF2-40B4-BE49-F238E27FC236}">
                <a16:creationId id="{372EC288-D707-CA44-8E14-12AA23C4B3C1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231923" y="121843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id="{F2C64C72-FD61-8E48-9886-29C83D8BA1B4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599775" y="100579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4" name="Oval 563">
            <a:extLst>
              <a:ext uri="{FF2B5EF4-FFF2-40B4-BE49-F238E27FC236}">
                <a16:creationId id="{AA30922C-35E0-4947-8252-4FD355B239E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858" y="1465565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42" name="Oval 541">
            <a:extLst>
              <a:ext uri="{FF2B5EF4-FFF2-40B4-BE49-F238E27FC236}">
                <a16:creationId id="{6D7C69E3-76F0-804E-BFDD-6396ECC8C5F3}"/>
              </a:ext>
            </a:extLst>
          </p:cNvPr>
          <p:cNvSpPr>
            <a:spLocks noChangeAspect="1"/>
          </p:cNvSpPr>
          <p:nvPr/>
        </p:nvSpPr>
        <p:spPr>
          <a:xfrm flipH="1">
            <a:off x="5845790" y="135963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43" name="Oval 542">
            <a:extLst>
              <a:ext uri="{FF2B5EF4-FFF2-40B4-BE49-F238E27FC236}">
                <a16:creationId id="{E1739D52-7C1B-9143-91CE-F1E30D9715F3}"/>
              </a:ext>
            </a:extLst>
          </p:cNvPr>
          <p:cNvSpPr>
            <a:spLocks noChangeAspect="1"/>
          </p:cNvSpPr>
          <p:nvPr/>
        </p:nvSpPr>
        <p:spPr>
          <a:xfrm flipH="1">
            <a:off x="5415743" y="61830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1" name="Oval 530">
            <a:extLst>
              <a:ext uri="{FF2B5EF4-FFF2-40B4-BE49-F238E27FC236}">
                <a16:creationId id="{C4A4CDB3-2459-B347-BA6E-E53D34F5AFEB}"/>
              </a:ext>
            </a:extLst>
          </p:cNvPr>
          <p:cNvSpPr>
            <a:spLocks noChangeAspect="1"/>
          </p:cNvSpPr>
          <p:nvPr/>
        </p:nvSpPr>
        <p:spPr>
          <a:xfrm flipH="1">
            <a:off x="5415662" y="1612847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2" name="Oval 531">
            <a:extLst>
              <a:ext uri="{FF2B5EF4-FFF2-40B4-BE49-F238E27FC236}">
                <a16:creationId id="{EC8BCB24-5B00-AB45-AE09-98FBD0322005}"/>
              </a:ext>
            </a:extLst>
          </p:cNvPr>
          <p:cNvSpPr>
            <a:spLocks noChangeAspect="1"/>
          </p:cNvSpPr>
          <p:nvPr/>
        </p:nvSpPr>
        <p:spPr>
          <a:xfrm flipH="1">
            <a:off x="4984722" y="86193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3" name="Oval 532">
            <a:extLst>
              <a:ext uri="{FF2B5EF4-FFF2-40B4-BE49-F238E27FC236}">
                <a16:creationId id="{08972B5D-F942-3249-8C57-B1F77A55784F}"/>
              </a:ext>
            </a:extLst>
          </p:cNvPr>
          <p:cNvSpPr>
            <a:spLocks noChangeAspect="1"/>
          </p:cNvSpPr>
          <p:nvPr/>
        </p:nvSpPr>
        <p:spPr>
          <a:xfrm flipH="1">
            <a:off x="5846778" y="86456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34" name="Oval 533">
            <a:extLst>
              <a:ext uri="{FF2B5EF4-FFF2-40B4-BE49-F238E27FC236}">
                <a16:creationId id="{79E7738C-6985-664D-A0FF-0D72E703E533}"/>
              </a:ext>
            </a:extLst>
          </p:cNvPr>
          <p:cNvSpPr>
            <a:spLocks noChangeAspect="1"/>
          </p:cNvSpPr>
          <p:nvPr/>
        </p:nvSpPr>
        <p:spPr>
          <a:xfrm flipH="1">
            <a:off x="4986204" y="136131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90" name="Oval 589">
            <a:extLst>
              <a:ext uri="{FF2B5EF4-FFF2-40B4-BE49-F238E27FC236}">
                <a16:creationId id="{14FBFD98-E2CF-E643-8D5B-445DD042899B}"/>
              </a:ext>
            </a:extLst>
          </p:cNvPr>
          <p:cNvSpPr>
            <a:spLocks noChangeAspect="1"/>
          </p:cNvSpPr>
          <p:nvPr/>
        </p:nvSpPr>
        <p:spPr>
          <a:xfrm rot="1800000">
            <a:off x="3846473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591" name="Oval 590">
            <a:extLst>
              <a:ext uri="{FF2B5EF4-FFF2-40B4-BE49-F238E27FC236}">
                <a16:creationId id="{E09545C5-FC49-5E41-9CB7-8CF68E072C26}"/>
              </a:ext>
            </a:extLst>
          </p:cNvPr>
          <p:cNvSpPr>
            <a:spLocks noChangeAspect="1"/>
          </p:cNvSpPr>
          <p:nvPr/>
        </p:nvSpPr>
        <p:spPr>
          <a:xfrm rot="1800000">
            <a:off x="3561992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92" name="Oval 591">
            <a:extLst>
              <a:ext uri="{FF2B5EF4-FFF2-40B4-BE49-F238E27FC236}">
                <a16:creationId id="{2B23F96A-13DC-3B44-8F54-AB0B8DFD7B1C}"/>
              </a:ext>
            </a:extLst>
          </p:cNvPr>
          <p:cNvSpPr>
            <a:spLocks noChangeAspect="1"/>
          </p:cNvSpPr>
          <p:nvPr/>
        </p:nvSpPr>
        <p:spPr>
          <a:xfrm rot="1800000">
            <a:off x="3419752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593" name="Oval 592">
            <a:extLst>
              <a:ext uri="{FF2B5EF4-FFF2-40B4-BE49-F238E27FC236}">
                <a16:creationId id="{83CC71BF-4C94-E443-9860-A5244F921D55}"/>
              </a:ext>
            </a:extLst>
          </p:cNvPr>
          <p:cNvSpPr>
            <a:spLocks noChangeAspect="1"/>
          </p:cNvSpPr>
          <p:nvPr/>
        </p:nvSpPr>
        <p:spPr>
          <a:xfrm rot="1800000">
            <a:off x="3704233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594" name="Straight Connector 593">
            <a:extLst>
              <a:ext uri="{FF2B5EF4-FFF2-40B4-BE49-F238E27FC236}">
                <a16:creationId id="{EA7766EC-399E-1F4B-AB4F-30C355C50C10}"/>
              </a:ext>
            </a:extLst>
          </p:cNvPr>
          <p:cNvCxnSpPr>
            <a:cxnSpLocks/>
          </p:cNvCxnSpPr>
          <p:nvPr/>
        </p:nvCxnSpPr>
        <p:spPr>
          <a:xfrm>
            <a:off x="3363266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id="{0C40B8AB-A2DD-C14F-B18E-B785D26607D6}"/>
              </a:ext>
            </a:extLst>
          </p:cNvPr>
          <p:cNvCxnSpPr>
            <a:cxnSpLocks/>
          </p:cNvCxnSpPr>
          <p:nvPr/>
        </p:nvCxnSpPr>
        <p:spPr>
          <a:xfrm>
            <a:off x="3919446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id="{470B02F2-D782-0B4A-B3CC-658996205145}"/>
              </a:ext>
            </a:extLst>
          </p:cNvPr>
          <p:cNvCxnSpPr>
            <a:cxnSpLocks/>
          </p:cNvCxnSpPr>
          <p:nvPr/>
        </p:nvCxnSpPr>
        <p:spPr>
          <a:xfrm flipH="1">
            <a:off x="3365396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7" name="Oval 596">
            <a:extLst>
              <a:ext uri="{FF2B5EF4-FFF2-40B4-BE49-F238E27FC236}">
                <a16:creationId id="{F3578A66-41D2-5244-B96D-EE4A75116828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813327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98" name="Oval 597">
            <a:extLst>
              <a:ext uri="{FF2B5EF4-FFF2-40B4-BE49-F238E27FC236}">
                <a16:creationId id="{BFF81196-E344-0C4F-A9C6-C600E9624474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929008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id="{3E96A64E-35C4-A64D-983F-246E964C830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300308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16" name="Oval 615">
            <a:extLst>
              <a:ext uri="{FF2B5EF4-FFF2-40B4-BE49-F238E27FC236}">
                <a16:creationId id="{CE388049-73A8-444B-A671-27911B7F943A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439399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9" name="Oval 608">
            <a:extLst>
              <a:ext uri="{FF2B5EF4-FFF2-40B4-BE49-F238E27FC236}">
                <a16:creationId id="{A5B88274-E5F2-5D42-9F5A-59A8402FF5C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12" name="Oval 611">
            <a:extLst>
              <a:ext uri="{FF2B5EF4-FFF2-40B4-BE49-F238E27FC236}">
                <a16:creationId id="{B7B62BF3-F269-5242-BA70-2617BEC2AC7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1" name="Oval 600">
            <a:extLst>
              <a:ext uri="{FF2B5EF4-FFF2-40B4-BE49-F238E27FC236}">
                <a16:creationId id="{DE8FD5F6-909B-9648-B4D2-033506065FB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1296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4" name="Oval 603">
            <a:extLst>
              <a:ext uri="{FF2B5EF4-FFF2-40B4-BE49-F238E27FC236}">
                <a16:creationId id="{E8C0A9ED-1120-4A4C-8E71-723BAB7848F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40387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5" name="Oval 604">
            <a:extLst>
              <a:ext uri="{FF2B5EF4-FFF2-40B4-BE49-F238E27FC236}">
                <a16:creationId id="{1C6A3606-C297-1B4D-9882-8D054C5A961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0841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6" name="Oval 605">
            <a:extLst>
              <a:ext uri="{FF2B5EF4-FFF2-40B4-BE49-F238E27FC236}">
                <a16:creationId id="{A0A4FF78-7EC2-B94D-9032-D665D8B2229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686441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7" name="Oval 606">
            <a:extLst>
              <a:ext uri="{FF2B5EF4-FFF2-40B4-BE49-F238E27FC236}">
                <a16:creationId id="{F22166DE-A6A5-5A4A-9E03-A432C7D7F5BB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054293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8" name="Oval 607">
            <a:extLst>
              <a:ext uri="{FF2B5EF4-FFF2-40B4-BE49-F238E27FC236}">
                <a16:creationId id="{44AC5F80-C682-2948-882D-BB353AF8357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1376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id="{58082A1B-3479-6A40-8B8D-905F3AFBA525}"/>
              </a:ext>
            </a:extLst>
          </p:cNvPr>
          <p:cNvSpPr>
            <a:spLocks noChangeAspect="1"/>
          </p:cNvSpPr>
          <p:nvPr/>
        </p:nvSpPr>
        <p:spPr>
          <a:xfrm flipH="1">
            <a:off x="3870180" y="479072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77" name="Oval 576">
            <a:extLst>
              <a:ext uri="{FF2B5EF4-FFF2-40B4-BE49-F238E27FC236}">
                <a16:creationId id="{EBC04078-1077-4B4C-BF26-33A50185C4C8}"/>
              </a:ext>
            </a:extLst>
          </p:cNvPr>
          <p:cNvSpPr>
            <a:spLocks noChangeAspect="1"/>
          </p:cNvSpPr>
          <p:nvPr/>
        </p:nvSpPr>
        <p:spPr>
          <a:xfrm flipH="1">
            <a:off x="3439240" y="403981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78" name="Oval 577">
            <a:extLst>
              <a:ext uri="{FF2B5EF4-FFF2-40B4-BE49-F238E27FC236}">
                <a16:creationId id="{3F925C6D-6CBD-FE43-A414-CF4E63EC9A54}"/>
              </a:ext>
            </a:extLst>
          </p:cNvPr>
          <p:cNvSpPr>
            <a:spLocks noChangeAspect="1"/>
          </p:cNvSpPr>
          <p:nvPr/>
        </p:nvSpPr>
        <p:spPr>
          <a:xfrm flipH="1">
            <a:off x="3440722" y="453919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79" name="Oval 578">
            <a:extLst>
              <a:ext uri="{FF2B5EF4-FFF2-40B4-BE49-F238E27FC236}">
                <a16:creationId id="{A83F28E0-2658-1A47-97D1-ACBD4F456F37}"/>
              </a:ext>
            </a:extLst>
          </p:cNvPr>
          <p:cNvSpPr>
            <a:spLocks noChangeAspect="1"/>
          </p:cNvSpPr>
          <p:nvPr/>
        </p:nvSpPr>
        <p:spPr>
          <a:xfrm flipH="1">
            <a:off x="3686730" y="439582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0" name="Oval 579">
            <a:extLst>
              <a:ext uri="{FF2B5EF4-FFF2-40B4-BE49-F238E27FC236}">
                <a16:creationId id="{CBEAD913-840E-2E43-987F-D00BEB1DBD37}"/>
              </a:ext>
            </a:extLst>
          </p:cNvPr>
          <p:cNvSpPr>
            <a:spLocks noChangeAspect="1"/>
          </p:cNvSpPr>
          <p:nvPr/>
        </p:nvSpPr>
        <p:spPr>
          <a:xfrm flipH="1">
            <a:off x="4054752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82" name="Oval 581">
            <a:extLst>
              <a:ext uri="{FF2B5EF4-FFF2-40B4-BE49-F238E27FC236}">
                <a16:creationId id="{3F985176-B3B3-1145-80C7-BB71D02FD938}"/>
              </a:ext>
            </a:extLst>
          </p:cNvPr>
          <p:cNvSpPr>
            <a:spLocks noChangeAspect="1"/>
          </p:cNvSpPr>
          <p:nvPr/>
        </p:nvSpPr>
        <p:spPr>
          <a:xfrm flipH="1">
            <a:off x="3929798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583" name="Oval 582">
            <a:extLst>
              <a:ext uri="{FF2B5EF4-FFF2-40B4-BE49-F238E27FC236}">
                <a16:creationId id="{32D99605-F369-0242-B0E7-AD76D839773A}"/>
              </a:ext>
            </a:extLst>
          </p:cNvPr>
          <p:cNvSpPr>
            <a:spLocks noChangeAspect="1"/>
          </p:cNvSpPr>
          <p:nvPr/>
        </p:nvSpPr>
        <p:spPr>
          <a:xfrm flipH="1">
            <a:off x="3813748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5" name="Oval 584">
            <a:extLst>
              <a:ext uri="{FF2B5EF4-FFF2-40B4-BE49-F238E27FC236}">
                <a16:creationId id="{5D43F627-EE09-9547-9779-B77C1FA4D5A7}"/>
              </a:ext>
            </a:extLst>
          </p:cNvPr>
          <p:cNvSpPr>
            <a:spLocks noChangeAspect="1"/>
          </p:cNvSpPr>
          <p:nvPr/>
        </p:nvSpPr>
        <p:spPr>
          <a:xfrm flipH="1">
            <a:off x="4300926" y="453708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6" name="Oval 585">
            <a:extLst>
              <a:ext uri="{FF2B5EF4-FFF2-40B4-BE49-F238E27FC236}">
                <a16:creationId id="{E733C642-949D-7B42-94F8-E81B01A36B10}"/>
              </a:ext>
            </a:extLst>
          </p:cNvPr>
          <p:cNvSpPr>
            <a:spLocks noChangeAspect="1"/>
          </p:cNvSpPr>
          <p:nvPr/>
        </p:nvSpPr>
        <p:spPr>
          <a:xfrm flipH="1">
            <a:off x="4302139" y="4042438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587" name="Oval 586">
            <a:extLst>
              <a:ext uri="{FF2B5EF4-FFF2-40B4-BE49-F238E27FC236}">
                <a16:creationId id="{16289644-132B-AA4A-A30C-FD1B41736D5B}"/>
              </a:ext>
            </a:extLst>
          </p:cNvPr>
          <p:cNvSpPr>
            <a:spLocks noChangeAspect="1"/>
          </p:cNvSpPr>
          <p:nvPr/>
        </p:nvSpPr>
        <p:spPr>
          <a:xfrm flipH="1">
            <a:off x="3871167" y="379617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34" name="Oval 633">
            <a:extLst>
              <a:ext uri="{FF2B5EF4-FFF2-40B4-BE49-F238E27FC236}">
                <a16:creationId id="{C8EF3189-D986-F544-9E20-3F6122C9B3B0}"/>
              </a:ext>
            </a:extLst>
          </p:cNvPr>
          <p:cNvSpPr>
            <a:spLocks noChangeAspect="1"/>
          </p:cNvSpPr>
          <p:nvPr/>
        </p:nvSpPr>
        <p:spPr>
          <a:xfrm rot="1800000">
            <a:off x="5391955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35" name="Oval 634">
            <a:extLst>
              <a:ext uri="{FF2B5EF4-FFF2-40B4-BE49-F238E27FC236}">
                <a16:creationId id="{47A36936-B68D-834B-925E-EB7213D3D854}"/>
              </a:ext>
            </a:extLst>
          </p:cNvPr>
          <p:cNvSpPr>
            <a:spLocks noChangeAspect="1"/>
          </p:cNvSpPr>
          <p:nvPr/>
        </p:nvSpPr>
        <p:spPr>
          <a:xfrm rot="1800000">
            <a:off x="5107474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36" name="Oval 635">
            <a:extLst>
              <a:ext uri="{FF2B5EF4-FFF2-40B4-BE49-F238E27FC236}">
                <a16:creationId id="{2B03A12C-A486-1442-9AAC-1C4CB13D3D5E}"/>
              </a:ext>
            </a:extLst>
          </p:cNvPr>
          <p:cNvSpPr>
            <a:spLocks noChangeAspect="1"/>
          </p:cNvSpPr>
          <p:nvPr/>
        </p:nvSpPr>
        <p:spPr>
          <a:xfrm rot="1800000">
            <a:off x="4965234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37" name="Oval 636">
            <a:extLst>
              <a:ext uri="{FF2B5EF4-FFF2-40B4-BE49-F238E27FC236}">
                <a16:creationId id="{55EAE452-E925-BA4D-9E01-4DAD96C949C9}"/>
              </a:ext>
            </a:extLst>
          </p:cNvPr>
          <p:cNvSpPr>
            <a:spLocks noChangeAspect="1"/>
          </p:cNvSpPr>
          <p:nvPr/>
        </p:nvSpPr>
        <p:spPr>
          <a:xfrm rot="1800000">
            <a:off x="5249715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638" name="Straight Connector 637">
            <a:extLst>
              <a:ext uri="{FF2B5EF4-FFF2-40B4-BE49-F238E27FC236}">
                <a16:creationId id="{53A8A064-69ED-7143-B2D6-75E2D9D6EB74}"/>
              </a:ext>
            </a:extLst>
          </p:cNvPr>
          <p:cNvCxnSpPr>
            <a:cxnSpLocks/>
          </p:cNvCxnSpPr>
          <p:nvPr/>
        </p:nvCxnSpPr>
        <p:spPr>
          <a:xfrm>
            <a:off x="4908748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638">
            <a:extLst>
              <a:ext uri="{FF2B5EF4-FFF2-40B4-BE49-F238E27FC236}">
                <a16:creationId id="{603C10E9-8836-B642-B9FE-AE23CE6F30D2}"/>
              </a:ext>
            </a:extLst>
          </p:cNvPr>
          <p:cNvCxnSpPr>
            <a:cxnSpLocks/>
          </p:cNvCxnSpPr>
          <p:nvPr/>
        </p:nvCxnSpPr>
        <p:spPr>
          <a:xfrm>
            <a:off x="5464928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639">
            <a:extLst>
              <a:ext uri="{FF2B5EF4-FFF2-40B4-BE49-F238E27FC236}">
                <a16:creationId id="{CE3ADDD5-E615-B64C-9829-CE7370DE7C8C}"/>
              </a:ext>
            </a:extLst>
          </p:cNvPr>
          <p:cNvCxnSpPr>
            <a:cxnSpLocks/>
          </p:cNvCxnSpPr>
          <p:nvPr/>
        </p:nvCxnSpPr>
        <p:spPr>
          <a:xfrm flipH="1">
            <a:off x="4910878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1" name="Oval 640">
            <a:extLst>
              <a:ext uri="{FF2B5EF4-FFF2-40B4-BE49-F238E27FC236}">
                <a16:creationId id="{426FC775-E74D-1847-8DB2-2EB60992DE0F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358809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2" name="Oval 641">
            <a:extLst>
              <a:ext uri="{FF2B5EF4-FFF2-40B4-BE49-F238E27FC236}">
                <a16:creationId id="{A4D0C594-4378-4743-869D-DDC7C10E56B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474490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7" name="Oval 656">
            <a:extLst>
              <a:ext uri="{FF2B5EF4-FFF2-40B4-BE49-F238E27FC236}">
                <a16:creationId id="{C994A4E2-4E7F-CA44-A5F0-2B6A8E7671A9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845790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id="{E1B2E83D-A932-4D42-B286-C1AD1A69EE0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984881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3" name="Oval 652">
            <a:extLst>
              <a:ext uri="{FF2B5EF4-FFF2-40B4-BE49-F238E27FC236}">
                <a16:creationId id="{2C8DFFF0-B224-5942-BCF1-372DB3F6889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6" name="Oval 655">
            <a:extLst>
              <a:ext uri="{FF2B5EF4-FFF2-40B4-BE49-F238E27FC236}">
                <a16:creationId id="{BF88729F-B462-994A-94E9-461F315CABD2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5" name="Oval 644">
            <a:extLst>
              <a:ext uri="{FF2B5EF4-FFF2-40B4-BE49-F238E27FC236}">
                <a16:creationId id="{D4AC31E2-2465-B34D-9C84-10CCDF159F9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46778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8" name="Oval 647">
            <a:extLst>
              <a:ext uri="{FF2B5EF4-FFF2-40B4-BE49-F238E27FC236}">
                <a16:creationId id="{15D89752-B333-A24A-AC0A-5C645EBCF50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985869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9" name="Oval 648">
            <a:extLst>
              <a:ext uri="{FF2B5EF4-FFF2-40B4-BE49-F238E27FC236}">
                <a16:creationId id="{CE12C3CF-0AE1-C646-964A-1FBDE40DF49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323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0" name="Oval 649">
            <a:extLst>
              <a:ext uri="{FF2B5EF4-FFF2-40B4-BE49-F238E27FC236}">
                <a16:creationId id="{D1ADA703-8A5C-324A-AD1E-3BE222A9FBD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231923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1" name="Oval 650">
            <a:extLst>
              <a:ext uri="{FF2B5EF4-FFF2-40B4-BE49-F238E27FC236}">
                <a16:creationId id="{295C2061-D479-1A43-904A-37423669AD3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599775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2" name="Oval 651">
            <a:extLst>
              <a:ext uri="{FF2B5EF4-FFF2-40B4-BE49-F238E27FC236}">
                <a16:creationId id="{FA80D3F5-13DC-EF43-9027-4B60F356BDDC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858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30" name="Oval 629">
            <a:extLst>
              <a:ext uri="{FF2B5EF4-FFF2-40B4-BE49-F238E27FC236}">
                <a16:creationId id="{C2DB4641-CA94-C848-A980-0092F2B69D31}"/>
              </a:ext>
            </a:extLst>
          </p:cNvPr>
          <p:cNvSpPr>
            <a:spLocks noChangeAspect="1"/>
          </p:cNvSpPr>
          <p:nvPr/>
        </p:nvSpPr>
        <p:spPr>
          <a:xfrm flipH="1">
            <a:off x="5845790" y="453750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31" name="Oval 630">
            <a:extLst>
              <a:ext uri="{FF2B5EF4-FFF2-40B4-BE49-F238E27FC236}">
                <a16:creationId id="{3AEC49B6-4EC9-1A4D-B90A-358693F4D8A9}"/>
              </a:ext>
            </a:extLst>
          </p:cNvPr>
          <p:cNvSpPr>
            <a:spLocks noChangeAspect="1"/>
          </p:cNvSpPr>
          <p:nvPr/>
        </p:nvSpPr>
        <p:spPr>
          <a:xfrm flipH="1">
            <a:off x="5415743" y="379618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19" name="Oval 618">
            <a:extLst>
              <a:ext uri="{FF2B5EF4-FFF2-40B4-BE49-F238E27FC236}">
                <a16:creationId id="{AFA71741-8424-CB46-A1C2-B1C92EA499E1}"/>
              </a:ext>
            </a:extLst>
          </p:cNvPr>
          <p:cNvSpPr>
            <a:spLocks noChangeAspect="1"/>
          </p:cNvSpPr>
          <p:nvPr/>
        </p:nvSpPr>
        <p:spPr>
          <a:xfrm flipH="1">
            <a:off x="5415662" y="479072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0" name="Oval 619">
            <a:extLst>
              <a:ext uri="{FF2B5EF4-FFF2-40B4-BE49-F238E27FC236}">
                <a16:creationId id="{AB8ABC6B-935C-8D45-A84C-411E8ADA125E}"/>
              </a:ext>
            </a:extLst>
          </p:cNvPr>
          <p:cNvSpPr>
            <a:spLocks noChangeAspect="1"/>
          </p:cNvSpPr>
          <p:nvPr/>
        </p:nvSpPr>
        <p:spPr>
          <a:xfrm flipH="1">
            <a:off x="4984722" y="403981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1" name="Oval 620">
            <a:extLst>
              <a:ext uri="{FF2B5EF4-FFF2-40B4-BE49-F238E27FC236}">
                <a16:creationId id="{DBFEC323-9BCF-B641-AFB8-726885405378}"/>
              </a:ext>
            </a:extLst>
          </p:cNvPr>
          <p:cNvSpPr>
            <a:spLocks noChangeAspect="1"/>
          </p:cNvSpPr>
          <p:nvPr/>
        </p:nvSpPr>
        <p:spPr>
          <a:xfrm flipH="1">
            <a:off x="5846778" y="404243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2" name="Oval 621">
            <a:extLst>
              <a:ext uri="{FF2B5EF4-FFF2-40B4-BE49-F238E27FC236}">
                <a16:creationId id="{E82EEC00-77B4-9A47-B0F4-9972D228E929}"/>
              </a:ext>
            </a:extLst>
          </p:cNvPr>
          <p:cNvSpPr>
            <a:spLocks noChangeAspect="1"/>
          </p:cNvSpPr>
          <p:nvPr/>
        </p:nvSpPr>
        <p:spPr>
          <a:xfrm flipH="1">
            <a:off x="4986204" y="453919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23" name="Oval 622">
            <a:extLst>
              <a:ext uri="{FF2B5EF4-FFF2-40B4-BE49-F238E27FC236}">
                <a16:creationId id="{FE12C5EE-CC86-1541-BA31-2414FCAB63A0}"/>
              </a:ext>
            </a:extLst>
          </p:cNvPr>
          <p:cNvSpPr>
            <a:spLocks noChangeAspect="1"/>
          </p:cNvSpPr>
          <p:nvPr/>
        </p:nvSpPr>
        <p:spPr>
          <a:xfrm flipH="1">
            <a:off x="5232212" y="439582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24" name="Oval 623">
            <a:extLst>
              <a:ext uri="{FF2B5EF4-FFF2-40B4-BE49-F238E27FC236}">
                <a16:creationId id="{25594044-4265-944C-A3F4-E567964D42E5}"/>
              </a:ext>
            </a:extLst>
          </p:cNvPr>
          <p:cNvSpPr>
            <a:spLocks noChangeAspect="1"/>
          </p:cNvSpPr>
          <p:nvPr/>
        </p:nvSpPr>
        <p:spPr>
          <a:xfrm flipH="1">
            <a:off x="5600234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6" name="Oval 625">
            <a:extLst>
              <a:ext uri="{FF2B5EF4-FFF2-40B4-BE49-F238E27FC236}">
                <a16:creationId id="{7A4F7FB6-4F76-1849-B628-A7F3FD6D99DB}"/>
              </a:ext>
            </a:extLst>
          </p:cNvPr>
          <p:cNvSpPr>
            <a:spLocks noChangeAspect="1"/>
          </p:cNvSpPr>
          <p:nvPr/>
        </p:nvSpPr>
        <p:spPr>
          <a:xfrm flipH="1">
            <a:off x="5475280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27" name="Oval 626">
            <a:extLst>
              <a:ext uri="{FF2B5EF4-FFF2-40B4-BE49-F238E27FC236}">
                <a16:creationId id="{29738DD1-B264-7640-BEA1-95C8586652F6}"/>
              </a:ext>
            </a:extLst>
          </p:cNvPr>
          <p:cNvSpPr>
            <a:spLocks noChangeAspect="1"/>
          </p:cNvSpPr>
          <p:nvPr/>
        </p:nvSpPr>
        <p:spPr>
          <a:xfrm flipH="1">
            <a:off x="5359230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75" name="Oval 674">
            <a:extLst>
              <a:ext uri="{FF2B5EF4-FFF2-40B4-BE49-F238E27FC236}">
                <a16:creationId id="{67090FAF-ACDF-D048-AF2C-9830EB6E0696}"/>
              </a:ext>
            </a:extLst>
          </p:cNvPr>
          <p:cNvSpPr>
            <a:spLocks noChangeAspect="1"/>
          </p:cNvSpPr>
          <p:nvPr/>
        </p:nvSpPr>
        <p:spPr>
          <a:xfrm rot="1800000">
            <a:off x="3846473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76" name="Oval 675">
            <a:extLst>
              <a:ext uri="{FF2B5EF4-FFF2-40B4-BE49-F238E27FC236}">
                <a16:creationId id="{AE575BCA-5441-1749-A73B-F5D7A1B4D12C}"/>
              </a:ext>
            </a:extLst>
          </p:cNvPr>
          <p:cNvSpPr>
            <a:spLocks noChangeAspect="1"/>
          </p:cNvSpPr>
          <p:nvPr/>
        </p:nvSpPr>
        <p:spPr>
          <a:xfrm rot="1800000">
            <a:off x="3561992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77" name="Oval 676">
            <a:extLst>
              <a:ext uri="{FF2B5EF4-FFF2-40B4-BE49-F238E27FC236}">
                <a16:creationId id="{9A22605C-EB1D-FA4E-9E4D-6187BFBA9EFE}"/>
              </a:ext>
            </a:extLst>
          </p:cNvPr>
          <p:cNvSpPr>
            <a:spLocks noChangeAspect="1"/>
          </p:cNvSpPr>
          <p:nvPr/>
        </p:nvSpPr>
        <p:spPr>
          <a:xfrm rot="1800000">
            <a:off x="3419752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678" name="Oval 677">
            <a:extLst>
              <a:ext uri="{FF2B5EF4-FFF2-40B4-BE49-F238E27FC236}">
                <a16:creationId id="{86F02B30-8979-E049-891B-F119A710CC02}"/>
              </a:ext>
            </a:extLst>
          </p:cNvPr>
          <p:cNvSpPr>
            <a:spLocks noChangeAspect="1"/>
          </p:cNvSpPr>
          <p:nvPr/>
        </p:nvSpPr>
        <p:spPr>
          <a:xfrm rot="1800000">
            <a:off x="3704233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679" name="Straight Connector 678">
            <a:extLst>
              <a:ext uri="{FF2B5EF4-FFF2-40B4-BE49-F238E27FC236}">
                <a16:creationId id="{36919116-B9A2-C24C-90E0-1E5941BF0694}"/>
              </a:ext>
            </a:extLst>
          </p:cNvPr>
          <p:cNvCxnSpPr>
            <a:cxnSpLocks/>
          </p:cNvCxnSpPr>
          <p:nvPr/>
        </p:nvCxnSpPr>
        <p:spPr>
          <a:xfrm>
            <a:off x="3363266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id="{963B5FDD-E26D-1D4B-A3EF-3339EE8B889F}"/>
              </a:ext>
            </a:extLst>
          </p:cNvPr>
          <p:cNvCxnSpPr>
            <a:cxnSpLocks/>
          </p:cNvCxnSpPr>
          <p:nvPr/>
        </p:nvCxnSpPr>
        <p:spPr>
          <a:xfrm>
            <a:off x="3919446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id="{525550F6-67B0-1D4A-A62C-A1693878D6F9}"/>
              </a:ext>
            </a:extLst>
          </p:cNvPr>
          <p:cNvCxnSpPr>
            <a:cxnSpLocks/>
          </p:cNvCxnSpPr>
          <p:nvPr/>
        </p:nvCxnSpPr>
        <p:spPr>
          <a:xfrm flipH="1">
            <a:off x="3365396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2" name="Oval 681">
            <a:extLst>
              <a:ext uri="{FF2B5EF4-FFF2-40B4-BE49-F238E27FC236}">
                <a16:creationId id="{4EEB38B5-857A-2345-9B56-63C0C325325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813327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83" name="Oval 682">
            <a:extLst>
              <a:ext uri="{FF2B5EF4-FFF2-40B4-BE49-F238E27FC236}">
                <a16:creationId id="{3E820B15-A09E-AA49-B993-24D699206034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929008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8" name="Oval 697">
            <a:extLst>
              <a:ext uri="{FF2B5EF4-FFF2-40B4-BE49-F238E27FC236}">
                <a16:creationId id="{B5949F96-6396-204F-B75C-59127020805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300308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01" name="Oval 700">
            <a:extLst>
              <a:ext uri="{FF2B5EF4-FFF2-40B4-BE49-F238E27FC236}">
                <a16:creationId id="{1E2D8D17-E419-8D43-A978-B66D59D038FE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3439399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4" name="Oval 693">
            <a:extLst>
              <a:ext uri="{FF2B5EF4-FFF2-40B4-BE49-F238E27FC236}">
                <a16:creationId id="{49E1E44E-5F31-B940-B1E5-3500CECA276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7" name="Oval 696">
            <a:extLst>
              <a:ext uri="{FF2B5EF4-FFF2-40B4-BE49-F238E27FC236}">
                <a16:creationId id="{708A84B9-7838-074E-A593-85649E6537F3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3870842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86" name="Oval 685">
            <a:extLst>
              <a:ext uri="{FF2B5EF4-FFF2-40B4-BE49-F238E27FC236}">
                <a16:creationId id="{61B3E63B-0E27-EF42-8D03-5E91C25D1B4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1296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89" name="Oval 688">
            <a:extLst>
              <a:ext uri="{FF2B5EF4-FFF2-40B4-BE49-F238E27FC236}">
                <a16:creationId id="{F3921A0A-A065-A145-BCEA-3791BD0CB77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440387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0" name="Oval 689">
            <a:extLst>
              <a:ext uri="{FF2B5EF4-FFF2-40B4-BE49-F238E27FC236}">
                <a16:creationId id="{54234B98-2D1D-394D-B6A5-17C2B0206EE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0841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1" name="Oval 690">
            <a:extLst>
              <a:ext uri="{FF2B5EF4-FFF2-40B4-BE49-F238E27FC236}">
                <a16:creationId id="{2D6A1AF2-7131-9E44-A161-07F2F8CD2EF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3686441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2" name="Oval 691">
            <a:extLst>
              <a:ext uri="{FF2B5EF4-FFF2-40B4-BE49-F238E27FC236}">
                <a16:creationId id="{A5271276-9F68-6544-AC43-977D791E8B2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054293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93" name="Oval 692">
            <a:extLst>
              <a:ext uri="{FF2B5EF4-FFF2-40B4-BE49-F238E27FC236}">
                <a16:creationId id="{C252758A-FA71-7D4F-AE43-77990B73194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871376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3" name="Oval 662">
            <a:extLst>
              <a:ext uri="{FF2B5EF4-FFF2-40B4-BE49-F238E27FC236}">
                <a16:creationId id="{939E65F7-D8DA-2740-9927-BC5D3D574220}"/>
              </a:ext>
            </a:extLst>
          </p:cNvPr>
          <p:cNvSpPr>
            <a:spLocks noChangeAspect="1"/>
          </p:cNvSpPr>
          <p:nvPr/>
        </p:nvSpPr>
        <p:spPr>
          <a:xfrm flipH="1">
            <a:off x="3870180" y="635435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64" name="Oval 663">
            <a:extLst>
              <a:ext uri="{FF2B5EF4-FFF2-40B4-BE49-F238E27FC236}">
                <a16:creationId id="{D71ECB51-D185-E44F-B161-AB89C1A1F4FB}"/>
              </a:ext>
            </a:extLst>
          </p:cNvPr>
          <p:cNvSpPr>
            <a:spLocks noChangeAspect="1"/>
          </p:cNvSpPr>
          <p:nvPr/>
        </p:nvSpPr>
        <p:spPr>
          <a:xfrm flipH="1">
            <a:off x="3439240" y="56034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65" name="Oval 664">
            <a:extLst>
              <a:ext uri="{FF2B5EF4-FFF2-40B4-BE49-F238E27FC236}">
                <a16:creationId id="{ADAC404E-E2D6-CC4F-94D2-F9B14E8C641A}"/>
              </a:ext>
            </a:extLst>
          </p:cNvPr>
          <p:cNvSpPr>
            <a:spLocks noChangeAspect="1"/>
          </p:cNvSpPr>
          <p:nvPr/>
        </p:nvSpPr>
        <p:spPr>
          <a:xfrm flipH="1">
            <a:off x="3440722" y="610282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68" name="Oval 667">
            <a:extLst>
              <a:ext uri="{FF2B5EF4-FFF2-40B4-BE49-F238E27FC236}">
                <a16:creationId id="{CC162BBD-9B98-2E4F-8A3D-CFB79DA2E47D}"/>
              </a:ext>
            </a:extLst>
          </p:cNvPr>
          <p:cNvSpPr>
            <a:spLocks noChangeAspect="1"/>
          </p:cNvSpPr>
          <p:nvPr/>
        </p:nvSpPr>
        <p:spPr>
          <a:xfrm flipH="1">
            <a:off x="3929798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669" name="Oval 668">
            <a:extLst>
              <a:ext uri="{FF2B5EF4-FFF2-40B4-BE49-F238E27FC236}">
                <a16:creationId id="{1F990ECB-2307-334F-BA9E-E1218BAE4299}"/>
              </a:ext>
            </a:extLst>
          </p:cNvPr>
          <p:cNvSpPr>
            <a:spLocks noChangeAspect="1"/>
          </p:cNvSpPr>
          <p:nvPr/>
        </p:nvSpPr>
        <p:spPr>
          <a:xfrm flipH="1">
            <a:off x="3813748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70" name="Oval 669">
            <a:extLst>
              <a:ext uri="{FF2B5EF4-FFF2-40B4-BE49-F238E27FC236}">
                <a16:creationId id="{8FA5E622-81A4-E447-B31C-57420E7D5B15}"/>
              </a:ext>
            </a:extLst>
          </p:cNvPr>
          <p:cNvSpPr>
            <a:spLocks noChangeAspect="1"/>
          </p:cNvSpPr>
          <p:nvPr/>
        </p:nvSpPr>
        <p:spPr>
          <a:xfrm flipH="1">
            <a:off x="4300926" y="610071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71" name="Oval 670">
            <a:extLst>
              <a:ext uri="{FF2B5EF4-FFF2-40B4-BE49-F238E27FC236}">
                <a16:creationId id="{46DE772E-6DF4-9940-8953-FD3A6BEAB508}"/>
              </a:ext>
            </a:extLst>
          </p:cNvPr>
          <p:cNvSpPr>
            <a:spLocks noChangeAspect="1"/>
          </p:cNvSpPr>
          <p:nvPr/>
        </p:nvSpPr>
        <p:spPr>
          <a:xfrm flipH="1">
            <a:off x="4302139" y="5606073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672" name="Oval 671">
            <a:extLst>
              <a:ext uri="{FF2B5EF4-FFF2-40B4-BE49-F238E27FC236}">
                <a16:creationId id="{90B0F0D3-59B8-F647-8C55-DBFB23878269}"/>
              </a:ext>
            </a:extLst>
          </p:cNvPr>
          <p:cNvSpPr>
            <a:spLocks noChangeAspect="1"/>
          </p:cNvSpPr>
          <p:nvPr/>
        </p:nvSpPr>
        <p:spPr>
          <a:xfrm flipH="1">
            <a:off x="3871167" y="5359810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717" name="Oval 716">
            <a:extLst>
              <a:ext uri="{FF2B5EF4-FFF2-40B4-BE49-F238E27FC236}">
                <a16:creationId id="{DB942D06-8F6E-4346-85DE-F34867F5C8C7}"/>
              </a:ext>
            </a:extLst>
          </p:cNvPr>
          <p:cNvSpPr>
            <a:spLocks noChangeAspect="1"/>
          </p:cNvSpPr>
          <p:nvPr/>
        </p:nvSpPr>
        <p:spPr>
          <a:xfrm rot="1800000">
            <a:off x="5391955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718" name="Oval 717">
            <a:extLst>
              <a:ext uri="{FF2B5EF4-FFF2-40B4-BE49-F238E27FC236}">
                <a16:creationId id="{DFB0DE63-0217-814A-83F7-2DD5725AFA74}"/>
              </a:ext>
            </a:extLst>
          </p:cNvPr>
          <p:cNvSpPr>
            <a:spLocks noChangeAspect="1"/>
          </p:cNvSpPr>
          <p:nvPr/>
        </p:nvSpPr>
        <p:spPr>
          <a:xfrm rot="1800000">
            <a:off x="5107474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719" name="Oval 718">
            <a:extLst>
              <a:ext uri="{FF2B5EF4-FFF2-40B4-BE49-F238E27FC236}">
                <a16:creationId id="{1A73E31B-A3BE-984B-AC59-A9166B942A12}"/>
              </a:ext>
            </a:extLst>
          </p:cNvPr>
          <p:cNvSpPr>
            <a:spLocks noChangeAspect="1"/>
          </p:cNvSpPr>
          <p:nvPr/>
        </p:nvSpPr>
        <p:spPr>
          <a:xfrm rot="1800000">
            <a:off x="4965234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720" name="Oval 719">
            <a:extLst>
              <a:ext uri="{FF2B5EF4-FFF2-40B4-BE49-F238E27FC236}">
                <a16:creationId id="{6A1365E6-4C9E-0E46-8757-FCA540B4AA4B}"/>
              </a:ext>
            </a:extLst>
          </p:cNvPr>
          <p:cNvSpPr>
            <a:spLocks noChangeAspect="1"/>
          </p:cNvSpPr>
          <p:nvPr/>
        </p:nvSpPr>
        <p:spPr>
          <a:xfrm rot="1800000">
            <a:off x="5249715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721" name="Straight Connector 720">
            <a:extLst>
              <a:ext uri="{FF2B5EF4-FFF2-40B4-BE49-F238E27FC236}">
                <a16:creationId id="{472A41EE-D1F3-6440-9183-97717B51F7B3}"/>
              </a:ext>
            </a:extLst>
          </p:cNvPr>
          <p:cNvCxnSpPr>
            <a:cxnSpLocks/>
          </p:cNvCxnSpPr>
          <p:nvPr/>
        </p:nvCxnSpPr>
        <p:spPr>
          <a:xfrm>
            <a:off x="4908748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721">
            <a:extLst>
              <a:ext uri="{FF2B5EF4-FFF2-40B4-BE49-F238E27FC236}">
                <a16:creationId id="{FDD8E87D-8197-1240-9DB3-DC82D85ECCD4}"/>
              </a:ext>
            </a:extLst>
          </p:cNvPr>
          <p:cNvCxnSpPr>
            <a:cxnSpLocks/>
          </p:cNvCxnSpPr>
          <p:nvPr/>
        </p:nvCxnSpPr>
        <p:spPr>
          <a:xfrm>
            <a:off x="5464928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722">
            <a:extLst>
              <a:ext uri="{FF2B5EF4-FFF2-40B4-BE49-F238E27FC236}">
                <a16:creationId id="{2613F9BA-D988-EA4D-B28D-C4CCFE31E47A}"/>
              </a:ext>
            </a:extLst>
          </p:cNvPr>
          <p:cNvCxnSpPr>
            <a:cxnSpLocks/>
          </p:cNvCxnSpPr>
          <p:nvPr/>
        </p:nvCxnSpPr>
        <p:spPr>
          <a:xfrm flipH="1">
            <a:off x="4910878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4" name="Oval 723">
            <a:extLst>
              <a:ext uri="{FF2B5EF4-FFF2-40B4-BE49-F238E27FC236}">
                <a16:creationId id="{2E33CC58-5334-4141-B846-2DD7678B61F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358809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25" name="Oval 724">
            <a:extLst>
              <a:ext uri="{FF2B5EF4-FFF2-40B4-BE49-F238E27FC236}">
                <a16:creationId id="{46CCBA3A-92FA-534B-9113-950D8D89CC5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474490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40" name="Oval 739">
            <a:extLst>
              <a:ext uri="{FF2B5EF4-FFF2-40B4-BE49-F238E27FC236}">
                <a16:creationId id="{2F474050-6006-C340-A0A0-7031F166DF9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5845790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43" name="Oval 742">
            <a:extLst>
              <a:ext uri="{FF2B5EF4-FFF2-40B4-BE49-F238E27FC236}">
                <a16:creationId id="{F97DCD8F-B7E7-1D4B-8AB8-F792D00D8FBC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984881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6" name="Oval 735">
            <a:extLst>
              <a:ext uri="{FF2B5EF4-FFF2-40B4-BE49-F238E27FC236}">
                <a16:creationId id="{98F3A720-979B-4949-B768-B6F9119EA02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9" name="Oval 738">
            <a:extLst>
              <a:ext uri="{FF2B5EF4-FFF2-40B4-BE49-F238E27FC236}">
                <a16:creationId id="{5ED56DAF-6D55-E249-BB4E-4DE62D7E94A6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5416324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28" name="Oval 727">
            <a:extLst>
              <a:ext uri="{FF2B5EF4-FFF2-40B4-BE49-F238E27FC236}">
                <a16:creationId id="{3FF3C169-A141-3C49-BCA8-AA8AC2E1D86F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846778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1" name="Oval 730">
            <a:extLst>
              <a:ext uri="{FF2B5EF4-FFF2-40B4-BE49-F238E27FC236}">
                <a16:creationId id="{7AFA8220-6A85-1845-8FBD-DDDB3C67625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985869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2" name="Oval 731">
            <a:extLst>
              <a:ext uri="{FF2B5EF4-FFF2-40B4-BE49-F238E27FC236}">
                <a16:creationId id="{78FB69DE-6D10-204B-82DA-497E9DF05D85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323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3" name="Oval 732">
            <a:extLst>
              <a:ext uri="{FF2B5EF4-FFF2-40B4-BE49-F238E27FC236}">
                <a16:creationId id="{67B3E3C5-4E46-7E47-907B-B78D46151F13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231923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4" name="Oval 733">
            <a:extLst>
              <a:ext uri="{FF2B5EF4-FFF2-40B4-BE49-F238E27FC236}">
                <a16:creationId id="{3C9BF1E9-D62B-8548-A5DE-FCC521C96FFE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5599775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35" name="Oval 734">
            <a:extLst>
              <a:ext uri="{FF2B5EF4-FFF2-40B4-BE49-F238E27FC236}">
                <a16:creationId id="{5ED6D1EA-4EF4-EC42-9426-F6A38026E1BB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16858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13" name="Oval 712">
            <a:extLst>
              <a:ext uri="{FF2B5EF4-FFF2-40B4-BE49-F238E27FC236}">
                <a16:creationId id="{D26359AB-6609-6D43-9D6D-97C824FF46E8}"/>
              </a:ext>
            </a:extLst>
          </p:cNvPr>
          <p:cNvSpPr>
            <a:spLocks noChangeAspect="1"/>
          </p:cNvSpPr>
          <p:nvPr/>
        </p:nvSpPr>
        <p:spPr>
          <a:xfrm flipH="1">
            <a:off x="5845790" y="610114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14" name="Oval 713">
            <a:extLst>
              <a:ext uri="{FF2B5EF4-FFF2-40B4-BE49-F238E27FC236}">
                <a16:creationId id="{0557B4C8-4AA4-034B-B152-740E9926B986}"/>
              </a:ext>
            </a:extLst>
          </p:cNvPr>
          <p:cNvSpPr>
            <a:spLocks noChangeAspect="1"/>
          </p:cNvSpPr>
          <p:nvPr/>
        </p:nvSpPr>
        <p:spPr>
          <a:xfrm flipH="1">
            <a:off x="5415743" y="535982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04" name="Oval 703">
            <a:extLst>
              <a:ext uri="{FF2B5EF4-FFF2-40B4-BE49-F238E27FC236}">
                <a16:creationId id="{53BE3AAF-AB0C-9B45-A768-6C42E855D9CE}"/>
              </a:ext>
            </a:extLst>
          </p:cNvPr>
          <p:cNvSpPr>
            <a:spLocks noChangeAspect="1"/>
          </p:cNvSpPr>
          <p:nvPr/>
        </p:nvSpPr>
        <p:spPr>
          <a:xfrm flipH="1">
            <a:off x="5415662" y="635435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05" name="Oval 704">
            <a:extLst>
              <a:ext uri="{FF2B5EF4-FFF2-40B4-BE49-F238E27FC236}">
                <a16:creationId id="{4513D08D-DD15-6F46-A21F-7328A61BFED6}"/>
              </a:ext>
            </a:extLst>
          </p:cNvPr>
          <p:cNvSpPr>
            <a:spLocks noChangeAspect="1"/>
          </p:cNvSpPr>
          <p:nvPr/>
        </p:nvSpPr>
        <p:spPr>
          <a:xfrm flipH="1">
            <a:off x="4984722" y="560345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06" name="Oval 705">
            <a:extLst>
              <a:ext uri="{FF2B5EF4-FFF2-40B4-BE49-F238E27FC236}">
                <a16:creationId id="{EBC72FE4-70D1-D04D-A3F6-F0E5E7BA2B92}"/>
              </a:ext>
            </a:extLst>
          </p:cNvPr>
          <p:cNvSpPr>
            <a:spLocks noChangeAspect="1"/>
          </p:cNvSpPr>
          <p:nvPr/>
        </p:nvSpPr>
        <p:spPr>
          <a:xfrm flipH="1">
            <a:off x="5846778" y="560607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07" name="Oval 706">
            <a:extLst>
              <a:ext uri="{FF2B5EF4-FFF2-40B4-BE49-F238E27FC236}">
                <a16:creationId id="{B448D439-54CA-1142-B8E5-00AAD0237A88}"/>
              </a:ext>
            </a:extLst>
          </p:cNvPr>
          <p:cNvSpPr>
            <a:spLocks noChangeAspect="1"/>
          </p:cNvSpPr>
          <p:nvPr/>
        </p:nvSpPr>
        <p:spPr>
          <a:xfrm flipH="1">
            <a:off x="4986204" y="610282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710" name="Oval 709">
            <a:extLst>
              <a:ext uri="{FF2B5EF4-FFF2-40B4-BE49-F238E27FC236}">
                <a16:creationId id="{090B0D64-A5E7-6746-8360-862934E0DA22}"/>
              </a:ext>
            </a:extLst>
          </p:cNvPr>
          <p:cNvSpPr>
            <a:spLocks noChangeAspect="1"/>
          </p:cNvSpPr>
          <p:nvPr/>
        </p:nvSpPr>
        <p:spPr>
          <a:xfrm flipH="1">
            <a:off x="5475280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711" name="Oval 710">
            <a:extLst>
              <a:ext uri="{FF2B5EF4-FFF2-40B4-BE49-F238E27FC236}">
                <a16:creationId id="{D7C2C88D-BD3C-5640-A757-A8D1F8CBA1B6}"/>
              </a:ext>
            </a:extLst>
          </p:cNvPr>
          <p:cNvSpPr>
            <a:spLocks noChangeAspect="1"/>
          </p:cNvSpPr>
          <p:nvPr/>
        </p:nvSpPr>
        <p:spPr>
          <a:xfrm flipH="1">
            <a:off x="5359230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744" name="Rectangle 743">
            <a:extLst>
              <a:ext uri="{FF2B5EF4-FFF2-40B4-BE49-F238E27FC236}">
                <a16:creationId id="{9A9C2848-F8A5-0D41-92A4-04089806B543}"/>
              </a:ext>
            </a:extLst>
          </p:cNvPr>
          <p:cNvSpPr/>
          <p:nvPr/>
        </p:nvSpPr>
        <p:spPr>
          <a:xfrm>
            <a:off x="2009645" y="-40133"/>
            <a:ext cx="738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</a:t>
            </a:r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flavor</a:t>
            </a:r>
            <a:endParaRPr lang="en-US" sz="1200" dirty="0"/>
          </a:p>
        </p:txBody>
      </p:sp>
      <p:sp>
        <p:nvSpPr>
          <p:cNvPr id="745" name="Rectangle 744">
            <a:extLst>
              <a:ext uri="{FF2B5EF4-FFF2-40B4-BE49-F238E27FC236}">
                <a16:creationId id="{3CE9652B-EA7F-9B47-9CC8-3002F1DC85FC}"/>
              </a:ext>
            </a:extLst>
          </p:cNvPr>
          <p:cNvSpPr/>
          <p:nvPr/>
        </p:nvSpPr>
        <p:spPr>
          <a:xfrm>
            <a:off x="5065044" y="-48786"/>
            <a:ext cx="795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 quark</a:t>
            </a:r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flavor</a:t>
            </a:r>
            <a:endParaRPr lang="en-US" sz="1200" dirty="0"/>
          </a:p>
        </p:txBody>
      </p:sp>
      <p:sp>
        <p:nvSpPr>
          <p:cNvPr id="746" name="Rectangle 745">
            <a:extLst>
              <a:ext uri="{FF2B5EF4-FFF2-40B4-BE49-F238E27FC236}">
                <a16:creationId id="{B4545F9F-3F77-194A-8E2C-C364C847C77B}"/>
              </a:ext>
            </a:extLst>
          </p:cNvPr>
          <p:cNvSpPr/>
          <p:nvPr/>
        </p:nvSpPr>
        <p:spPr>
          <a:xfrm>
            <a:off x="3416970" y="-48786"/>
            <a:ext cx="1000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 quark</a:t>
            </a:r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flavor</a:t>
            </a:r>
            <a:endParaRPr lang="en-US" sz="1200" dirty="0"/>
          </a:p>
        </p:txBody>
      </p:sp>
      <p:sp>
        <p:nvSpPr>
          <p:cNvPr id="747" name="Rectangle 746">
            <a:extLst>
              <a:ext uri="{FF2B5EF4-FFF2-40B4-BE49-F238E27FC236}">
                <a16:creationId id="{1DDD9642-E336-F84C-B864-19E8BEA81C8E}"/>
              </a:ext>
            </a:extLst>
          </p:cNvPr>
          <p:cNvSpPr/>
          <p:nvPr/>
        </p:nvSpPr>
        <p:spPr>
          <a:xfrm>
            <a:off x="8010132" y="2114233"/>
            <a:ext cx="1190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photon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contra rotating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coaxial</a:t>
            </a:r>
            <a:endParaRPr lang="en-US" sz="1200" dirty="0"/>
          </a:p>
        </p:txBody>
      </p:sp>
      <p:sp>
        <p:nvSpPr>
          <p:cNvPr id="748" name="Rectangle 747">
            <a:extLst>
              <a:ext uri="{FF2B5EF4-FFF2-40B4-BE49-F238E27FC236}">
                <a16:creationId id="{145955EB-4649-AF45-BF79-D3B7396F04BD}"/>
              </a:ext>
            </a:extLst>
          </p:cNvPr>
          <p:cNvSpPr/>
          <p:nvPr/>
        </p:nvSpPr>
        <p:spPr>
          <a:xfrm>
            <a:off x="273762" y="6562550"/>
            <a:ext cx="11448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Noether cores</a:t>
            </a:r>
          </a:p>
        </p:txBody>
      </p:sp>
      <p:sp>
        <p:nvSpPr>
          <p:cNvPr id="749" name="Rectangle 748">
            <a:extLst>
              <a:ext uri="{FF2B5EF4-FFF2-40B4-BE49-F238E27FC236}">
                <a16:creationId id="{CE93D193-5594-874D-9E06-DD1C28F8DE62}"/>
              </a:ext>
            </a:extLst>
          </p:cNvPr>
          <p:cNvSpPr/>
          <p:nvPr/>
        </p:nvSpPr>
        <p:spPr>
          <a:xfrm>
            <a:off x="371360" y="-6672"/>
            <a:ext cx="10507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Architectural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Pattern</a:t>
            </a:r>
            <a:endParaRPr lang="en-US" sz="1200" dirty="0"/>
          </a:p>
        </p:txBody>
      </p:sp>
      <p:grpSp>
        <p:nvGrpSpPr>
          <p:cNvPr id="3" name="Group 2">
            <a:extLst>
              <a:ext uri="{FF2B5EF4-FFF2-40B4-BE49-F238E27FC236}">
                <a16:creationId id="{F5AFF74D-DF5C-4015-606D-610A2ABFBA28}"/>
              </a:ext>
            </a:extLst>
          </p:cNvPr>
          <p:cNvGrpSpPr/>
          <p:nvPr/>
        </p:nvGrpSpPr>
        <p:grpSpPr>
          <a:xfrm>
            <a:off x="9481080" y="5512456"/>
            <a:ext cx="1108190" cy="1284093"/>
            <a:chOff x="10750264" y="3759693"/>
            <a:chExt cx="1108190" cy="1284093"/>
          </a:xfrm>
        </p:grpSpPr>
        <p:sp>
          <p:nvSpPr>
            <p:cNvPr id="822" name="Oval 821">
              <a:extLst>
                <a:ext uri="{FF2B5EF4-FFF2-40B4-BE49-F238E27FC236}">
                  <a16:creationId id="{CF9F8E18-11F3-1C4C-A13E-6F369244F04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233269" y="4331720"/>
              <a:ext cx="142181" cy="14218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823" name="Oval 822">
              <a:extLst>
                <a:ext uri="{FF2B5EF4-FFF2-40B4-BE49-F238E27FC236}">
                  <a16:creationId id="{89B29EA4-E88E-B54D-9AE6-05AC0D2E3EE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948907" y="4047359"/>
              <a:ext cx="710904" cy="710904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824" name="Oval 823">
              <a:extLst>
                <a:ext uri="{FF2B5EF4-FFF2-40B4-BE49-F238E27FC236}">
                  <a16:creationId id="{CA40DEB6-4986-C64C-9528-8EE54B2AF888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806726" y="3905178"/>
              <a:ext cx="995266" cy="99526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825" name="Oval 824">
              <a:extLst>
                <a:ext uri="{FF2B5EF4-FFF2-40B4-BE49-F238E27FC236}">
                  <a16:creationId id="{5065B403-5176-4141-8BDA-8D13FBDE7908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091088" y="4189540"/>
              <a:ext cx="426542" cy="42654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826" name="Straight Connector 825">
              <a:extLst>
                <a:ext uri="{FF2B5EF4-FFF2-40B4-BE49-F238E27FC236}">
                  <a16:creationId id="{6A0A62D7-BAFC-C049-A0BB-9B4671945144}"/>
                </a:ext>
              </a:extLst>
            </p:cNvPr>
            <p:cNvCxnSpPr>
              <a:cxnSpLocks/>
            </p:cNvCxnSpPr>
            <p:nvPr/>
          </p:nvCxnSpPr>
          <p:spPr>
            <a:xfrm>
              <a:off x="10750264" y="4082904"/>
              <a:ext cx="1108190" cy="6398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id="{4A232FC7-D490-AC46-94BA-76232838D35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6211" y="3759693"/>
              <a:ext cx="0" cy="128409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id="{E9ED09C0-43FE-A34B-B250-E15D58383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2393" y="4082657"/>
              <a:ext cx="1104268" cy="64009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9" name="Oval 828">
              <a:extLst>
                <a:ext uri="{FF2B5EF4-FFF2-40B4-BE49-F238E27FC236}">
                  <a16:creationId id="{7B6173CD-4623-3742-A8B1-EFEB0A3333C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200137" y="4320156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0" name="Oval 829">
              <a:extLst>
                <a:ext uri="{FF2B5EF4-FFF2-40B4-BE49-F238E27FC236}">
                  <a16:creationId id="{AA5B6DC3-39A1-5F40-BD91-31F5FB6EB60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315769" y="4388491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5" name="Oval 844">
              <a:extLst>
                <a:ext uri="{FF2B5EF4-FFF2-40B4-BE49-F238E27FC236}">
                  <a16:creationId id="{AF085321-B246-7843-9F86-60CEB5A1636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686914" y="4602742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8" name="Oval 847">
              <a:extLst>
                <a:ext uri="{FF2B5EF4-FFF2-40B4-BE49-F238E27FC236}">
                  <a16:creationId id="{05D7A640-24D6-9E4A-B482-3C228A8F24D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826365" y="4105904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1" name="Oval 840">
              <a:extLst>
                <a:ext uri="{FF2B5EF4-FFF2-40B4-BE49-F238E27FC236}">
                  <a16:creationId id="{2F4C00B5-D171-054A-97BE-1593FE1A9223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26" y="4855110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4" name="Oval 843">
              <a:extLst>
                <a:ext uri="{FF2B5EF4-FFF2-40B4-BE49-F238E27FC236}">
                  <a16:creationId id="{274FEB15-152C-8A4F-AAE0-16BBB6D3911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26" y="3861434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3" name="Oval 832">
              <a:extLst>
                <a:ext uri="{FF2B5EF4-FFF2-40B4-BE49-F238E27FC236}">
                  <a16:creationId id="{BD8391A7-6424-AC49-9773-015C12C26B9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687901" y="4107879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6" name="Oval 835">
              <a:extLst>
                <a:ext uri="{FF2B5EF4-FFF2-40B4-BE49-F238E27FC236}">
                  <a16:creationId id="{AC118979-DACC-F443-8674-C259B9131931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827353" y="4604717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7" name="Oval 836">
              <a:extLst>
                <a:ext uri="{FF2B5EF4-FFF2-40B4-BE49-F238E27FC236}">
                  <a16:creationId id="{D043C8F2-C496-AA46-8F30-007AB6DBCB7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7626" y="4000125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8" name="Oval 837">
              <a:extLst>
                <a:ext uri="{FF2B5EF4-FFF2-40B4-BE49-F238E27FC236}">
                  <a16:creationId id="{8C1068A9-24EE-C14C-ABAF-61E22E4EC4C1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073304" y="4461601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9" name="Oval 838">
              <a:extLst>
                <a:ext uri="{FF2B5EF4-FFF2-40B4-BE49-F238E27FC236}">
                  <a16:creationId id="{3074D92B-4379-0F40-A244-4FE30F6CE25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441001" y="4249051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0" name="Oval 839">
              <a:extLst>
                <a:ext uri="{FF2B5EF4-FFF2-40B4-BE49-F238E27FC236}">
                  <a16:creationId id="{1616EC88-F741-D14F-9A53-414734BC4B9E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8161" y="4708631"/>
              <a:ext cx="94787" cy="9478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2" name="Oval 801">
              <a:extLst>
                <a:ext uri="{FF2B5EF4-FFF2-40B4-BE49-F238E27FC236}">
                  <a16:creationId id="{8CA30C62-4FDE-0D47-9F04-E8046CF7706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6965" y="4855852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3" name="Oval 802">
              <a:extLst>
                <a:ext uri="{FF2B5EF4-FFF2-40B4-BE49-F238E27FC236}">
                  <a16:creationId id="{E258E362-1B1A-E443-B240-80042D2E96E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6206" y="4105258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4" name="Oval 803">
              <a:extLst>
                <a:ext uri="{FF2B5EF4-FFF2-40B4-BE49-F238E27FC236}">
                  <a16:creationId id="{C6D21A59-FB93-EB42-A216-A0F85A6E8A5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7687" y="4604424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05" name="Oval 804">
              <a:extLst>
                <a:ext uri="{FF2B5EF4-FFF2-40B4-BE49-F238E27FC236}">
                  <a16:creationId id="{FC7C7012-2A6F-794B-B96C-378F91ABF34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073592" y="4461118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06" name="Oval 805">
              <a:extLst>
                <a:ext uri="{FF2B5EF4-FFF2-40B4-BE49-F238E27FC236}">
                  <a16:creationId id="{9AB88B99-0400-4945-B5E8-7788E9DABD8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441460" y="4248803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7" name="Oval 806">
              <a:extLst>
                <a:ext uri="{FF2B5EF4-FFF2-40B4-BE49-F238E27FC236}">
                  <a16:creationId id="{40AFAEFC-434D-064F-A1AF-242AF7F0209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28" y="4708064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08" name="Oval 807">
              <a:extLst>
                <a:ext uri="{FF2B5EF4-FFF2-40B4-BE49-F238E27FC236}">
                  <a16:creationId id="{4D5CD14F-8523-5A44-86D7-51387BD2694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316558" y="4388287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9" name="Oval 808">
              <a:extLst>
                <a:ext uri="{FF2B5EF4-FFF2-40B4-BE49-F238E27FC236}">
                  <a16:creationId id="{9F89FD80-0DDC-D749-98BC-AC55D0476A0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00558" y="4319284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0" name="Oval 809">
              <a:extLst>
                <a:ext uri="{FF2B5EF4-FFF2-40B4-BE49-F238E27FC236}">
                  <a16:creationId id="{493F8BFC-5EB1-2E49-8ED2-D4CEC5809BC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45" y="4000542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1" name="Oval 810">
              <a:extLst>
                <a:ext uri="{FF2B5EF4-FFF2-40B4-BE49-F238E27FC236}">
                  <a16:creationId id="{285925B7-0975-A64B-865C-645CB4144FA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531" y="4602315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2" name="Oval 811">
              <a:extLst>
                <a:ext uri="{FF2B5EF4-FFF2-40B4-BE49-F238E27FC236}">
                  <a16:creationId id="{6D6D132B-C18B-FF48-8905-85F4744947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953" y="3861719"/>
              <a:ext cx="94787" cy="9478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3" name="Oval 812">
              <a:extLst>
                <a:ext uri="{FF2B5EF4-FFF2-40B4-BE49-F238E27FC236}">
                  <a16:creationId id="{B6249002-22B2-0A4A-9EAC-5E94D56504F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901" y="4107233"/>
              <a:ext cx="94787" cy="9478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id="{EA5B1FA4-C13F-9DE2-A946-27A54DEDAE29}"/>
              </a:ext>
            </a:extLst>
          </p:cNvPr>
          <p:cNvGrpSpPr/>
          <p:nvPr/>
        </p:nvGrpSpPr>
        <p:grpSpPr>
          <a:xfrm>
            <a:off x="10806357" y="5512279"/>
            <a:ext cx="1108495" cy="1284446"/>
            <a:chOff x="10750112" y="2150693"/>
            <a:chExt cx="1108495" cy="1284446"/>
          </a:xfrm>
        </p:grpSpPr>
        <p:sp>
          <p:nvSpPr>
            <p:cNvPr id="871" name="Oval 870">
              <a:extLst>
                <a:ext uri="{FF2B5EF4-FFF2-40B4-BE49-F238E27FC236}">
                  <a16:creationId id="{6E161C26-2DF2-A048-9261-5307CE95995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233250" y="2722878"/>
              <a:ext cx="142220" cy="14222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872" name="Oval 871">
              <a:extLst>
                <a:ext uri="{FF2B5EF4-FFF2-40B4-BE49-F238E27FC236}">
                  <a16:creationId id="{ACAEA242-2BB5-7E47-9F40-484E307D93C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948810" y="2438438"/>
              <a:ext cx="711100" cy="7111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873" name="Oval 872">
              <a:extLst>
                <a:ext uri="{FF2B5EF4-FFF2-40B4-BE49-F238E27FC236}">
                  <a16:creationId id="{1B1971B4-ED5A-A047-898E-6E566DB3EC9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806590" y="2296218"/>
              <a:ext cx="995539" cy="995539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874" name="Oval 873">
              <a:extLst>
                <a:ext uri="{FF2B5EF4-FFF2-40B4-BE49-F238E27FC236}">
                  <a16:creationId id="{B5B2A94C-C4DA-C146-B622-F8E08ADD3E04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091030" y="2580658"/>
              <a:ext cx="426660" cy="4266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875" name="Straight Connector 874">
              <a:extLst>
                <a:ext uri="{FF2B5EF4-FFF2-40B4-BE49-F238E27FC236}">
                  <a16:creationId id="{74A64A5E-ED75-6543-88AD-F0573AB4F488}"/>
                </a:ext>
              </a:extLst>
            </p:cNvPr>
            <p:cNvCxnSpPr>
              <a:cxnSpLocks/>
            </p:cNvCxnSpPr>
            <p:nvPr/>
          </p:nvCxnSpPr>
          <p:spPr>
            <a:xfrm>
              <a:off x="10750112" y="2473993"/>
              <a:ext cx="1108495" cy="6399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id="{DC4B4157-C9B6-7C43-9D8E-4D807ADAE77F}"/>
                </a:ext>
              </a:extLst>
            </p:cNvPr>
            <p:cNvCxnSpPr>
              <a:cxnSpLocks/>
            </p:cNvCxnSpPr>
            <p:nvPr/>
          </p:nvCxnSpPr>
          <p:spPr>
            <a:xfrm>
              <a:off x="11306212" y="2150693"/>
              <a:ext cx="0" cy="1284446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>
              <a:extLst>
                <a:ext uri="{FF2B5EF4-FFF2-40B4-BE49-F238E27FC236}">
                  <a16:creationId id="{44A71B12-2AC9-304B-B49A-17B96EB75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2241" y="2473746"/>
              <a:ext cx="1104572" cy="64027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8" name="Oval 877">
              <a:extLst>
                <a:ext uri="{FF2B5EF4-FFF2-40B4-BE49-F238E27FC236}">
                  <a16:creationId id="{7CDDAF83-9B8E-764A-9A9E-22B813C4241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200108" y="2711310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79" name="Oval 878">
              <a:extLst>
                <a:ext uri="{FF2B5EF4-FFF2-40B4-BE49-F238E27FC236}">
                  <a16:creationId id="{375A68BA-812B-7B4E-B382-324896FAB27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315773" y="277966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4" name="Oval 893">
              <a:extLst>
                <a:ext uri="{FF2B5EF4-FFF2-40B4-BE49-F238E27FC236}">
                  <a16:creationId id="{D4C747F5-CCE8-FE40-B7AC-0C984715A91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687019" y="2993973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7" name="Oval 896">
              <a:extLst>
                <a:ext uri="{FF2B5EF4-FFF2-40B4-BE49-F238E27FC236}">
                  <a16:creationId id="{8E06BD59-B7E7-1648-B507-3F3B9CE29EF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826234" y="249699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0" name="Oval 889">
              <a:extLst>
                <a:ext uri="{FF2B5EF4-FFF2-40B4-BE49-F238E27FC236}">
                  <a16:creationId id="{343DCA9E-9850-E34A-832B-A97DB31DADE9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324641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3" name="Oval 892">
              <a:extLst>
                <a:ext uri="{FF2B5EF4-FFF2-40B4-BE49-F238E27FC236}">
                  <a16:creationId id="{2C7A74F1-0050-7548-9CDC-691953ADFB0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225246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2" name="Oval 881">
              <a:extLst>
                <a:ext uri="{FF2B5EF4-FFF2-40B4-BE49-F238E27FC236}">
                  <a16:creationId id="{0A040862-4B29-5646-8ACB-96C3A1A3F40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688007" y="249897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5" name="Oval 884">
              <a:extLst>
                <a:ext uri="{FF2B5EF4-FFF2-40B4-BE49-F238E27FC236}">
                  <a16:creationId id="{CCD8DF93-238A-7E43-8B5E-CEDB58B4141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827222" y="299594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6" name="Oval 885">
              <a:extLst>
                <a:ext uri="{FF2B5EF4-FFF2-40B4-BE49-F238E27FC236}">
                  <a16:creationId id="{328B2C17-8D1D-C543-A7A0-0FB02C31CC6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7614" y="2391191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7" name="Oval 886">
              <a:extLst>
                <a:ext uri="{FF2B5EF4-FFF2-40B4-BE49-F238E27FC236}">
                  <a16:creationId id="{0A678288-A5B1-6443-9B8F-68A453864C37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073241" y="285279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8" name="Oval 887">
              <a:extLst>
                <a:ext uri="{FF2B5EF4-FFF2-40B4-BE49-F238E27FC236}">
                  <a16:creationId id="{F042FD67-8683-FE49-A650-0B313ABF205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441040" y="2640185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9" name="Oval 888">
              <a:extLst>
                <a:ext uri="{FF2B5EF4-FFF2-40B4-BE49-F238E27FC236}">
                  <a16:creationId id="{0AEDF071-A53C-AC45-AFE4-5355DB29467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8149" y="309989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51" name="Oval 850">
              <a:extLst>
                <a:ext uri="{FF2B5EF4-FFF2-40B4-BE49-F238E27FC236}">
                  <a16:creationId id="{7DBDC28A-3149-CB41-A39C-5DCFB25672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6953" y="32471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52" name="Oval 851">
              <a:extLst>
                <a:ext uri="{FF2B5EF4-FFF2-40B4-BE49-F238E27FC236}">
                  <a16:creationId id="{23D5BBFC-C538-6249-890B-0544BAA3748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6075" y="24963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53" name="Oval 852">
              <a:extLst>
                <a:ext uri="{FF2B5EF4-FFF2-40B4-BE49-F238E27FC236}">
                  <a16:creationId id="{D18AD634-1E47-E443-AD83-52475DB99A3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7557" y="299565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4" name="Oval 853">
              <a:extLst>
                <a:ext uri="{FF2B5EF4-FFF2-40B4-BE49-F238E27FC236}">
                  <a16:creationId id="{FDA087C3-EE93-7842-8EC7-E4936092AD4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073529" y="2852311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5" name="Oval 854">
              <a:extLst>
                <a:ext uri="{FF2B5EF4-FFF2-40B4-BE49-F238E27FC236}">
                  <a16:creationId id="{D4D23EE8-7C24-544A-B902-1109E1C6A4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441499" y="263993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56" name="Oval 855">
              <a:extLst>
                <a:ext uri="{FF2B5EF4-FFF2-40B4-BE49-F238E27FC236}">
                  <a16:creationId id="{B1118113-7502-B147-AEA5-30ACA343057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15" y="3099325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7" name="Oval 856">
              <a:extLst>
                <a:ext uri="{FF2B5EF4-FFF2-40B4-BE49-F238E27FC236}">
                  <a16:creationId id="{4EB4E4D8-9FAA-8E4B-A099-782BE67F1BA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316562" y="2779460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58" name="Oval 857">
              <a:extLst>
                <a:ext uri="{FF2B5EF4-FFF2-40B4-BE49-F238E27FC236}">
                  <a16:creationId id="{72D3C238-1674-D14B-9EA4-3C003FB51D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00530" y="2710438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9" name="Oval 858">
              <a:extLst>
                <a:ext uri="{FF2B5EF4-FFF2-40B4-BE49-F238E27FC236}">
                  <a16:creationId id="{88BAAA12-8F44-0246-81CC-342247C778F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33" y="239160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60" name="Oval 859">
              <a:extLst>
                <a:ext uri="{FF2B5EF4-FFF2-40B4-BE49-F238E27FC236}">
                  <a16:creationId id="{749BFA7F-CDE4-174F-9EA8-87E773B2B0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637" y="29935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61" name="Oval 860">
              <a:extLst>
                <a:ext uri="{FF2B5EF4-FFF2-40B4-BE49-F238E27FC236}">
                  <a16:creationId id="{40CC7981-F128-DA4B-8BE6-ADECAEBADE0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941" y="22527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62" name="Oval 861">
              <a:extLst>
                <a:ext uri="{FF2B5EF4-FFF2-40B4-BE49-F238E27FC236}">
                  <a16:creationId id="{8F3AB383-4617-474B-B5B1-A97478A0E4D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8007" y="249832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899" name="Rectangle 898">
            <a:extLst>
              <a:ext uri="{FF2B5EF4-FFF2-40B4-BE49-F238E27FC236}">
                <a16:creationId id="{559A517D-002B-0A41-A6A6-DE90A6DD93F6}"/>
              </a:ext>
            </a:extLst>
          </p:cNvPr>
          <p:cNvSpPr/>
          <p:nvPr/>
        </p:nvSpPr>
        <p:spPr>
          <a:xfrm>
            <a:off x="7889105" y="3258580"/>
            <a:ext cx="143225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lang="en-US" sz="1200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— 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boson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reaction geometry</a:t>
            </a:r>
            <a:endParaRPr lang="en-US" sz="1200" dirty="0"/>
          </a:p>
          <a:p>
            <a:pPr algn="ctr"/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z="1200" dirty="0"/>
          </a:p>
        </p:txBody>
      </p:sp>
      <p:sp>
        <p:nvSpPr>
          <p:cNvPr id="901" name="Rectangle 900">
            <a:extLst>
              <a:ext uri="{FF2B5EF4-FFF2-40B4-BE49-F238E27FC236}">
                <a16:creationId id="{C9AAD223-53BF-8346-9020-9BF075273F2A}"/>
              </a:ext>
            </a:extLst>
          </p:cNvPr>
          <p:cNvSpPr/>
          <p:nvPr/>
        </p:nvSpPr>
        <p:spPr>
          <a:xfrm>
            <a:off x="7889105" y="4628950"/>
            <a:ext cx="143225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lang="en-US" sz="1200" b="1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r>
              <a:rPr lang="en-US" sz="1200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boson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reaction geometry</a:t>
            </a:r>
            <a:endParaRPr lang="en-US" sz="1200" dirty="0"/>
          </a:p>
          <a:p>
            <a:pPr algn="ctr"/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z="1200" dirty="0"/>
          </a:p>
        </p:txBody>
      </p:sp>
      <p:sp>
        <p:nvSpPr>
          <p:cNvPr id="902" name="Rectangle 901">
            <a:extLst>
              <a:ext uri="{FF2B5EF4-FFF2-40B4-BE49-F238E27FC236}">
                <a16:creationId id="{D8522B7E-EEC1-044C-BB32-B0A5BC615C84}"/>
              </a:ext>
            </a:extLst>
          </p:cNvPr>
          <p:cNvSpPr/>
          <p:nvPr/>
        </p:nvSpPr>
        <p:spPr>
          <a:xfrm>
            <a:off x="-14251" y="5678178"/>
            <a:ext cx="3048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III</a:t>
            </a:r>
            <a:endParaRPr lang="en-US" sz="1200" dirty="0"/>
          </a:p>
        </p:txBody>
      </p:sp>
      <p:sp>
        <p:nvSpPr>
          <p:cNvPr id="903" name="Rectangle 902">
            <a:extLst>
              <a:ext uri="{FF2B5EF4-FFF2-40B4-BE49-F238E27FC236}">
                <a16:creationId id="{D85EDC8A-706B-EA4D-9426-28653C6C612B}"/>
              </a:ext>
            </a:extLst>
          </p:cNvPr>
          <p:cNvSpPr/>
          <p:nvPr/>
        </p:nvSpPr>
        <p:spPr>
          <a:xfrm>
            <a:off x="5787" y="4111846"/>
            <a:ext cx="2648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II</a:t>
            </a:r>
            <a:endParaRPr lang="en-US" sz="1200" dirty="0"/>
          </a:p>
        </p:txBody>
      </p:sp>
      <p:sp>
        <p:nvSpPr>
          <p:cNvPr id="904" name="Rectangle 903">
            <a:extLst>
              <a:ext uri="{FF2B5EF4-FFF2-40B4-BE49-F238E27FC236}">
                <a16:creationId id="{D80466AF-B780-2E4D-BEB8-6B8AC9C8969D}"/>
              </a:ext>
            </a:extLst>
          </p:cNvPr>
          <p:cNvSpPr/>
          <p:nvPr/>
        </p:nvSpPr>
        <p:spPr>
          <a:xfrm>
            <a:off x="25824" y="2631315"/>
            <a:ext cx="2247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</a:t>
            </a:r>
            <a:endParaRPr lang="en-US" sz="1200" dirty="0"/>
          </a:p>
        </p:txBody>
      </p:sp>
      <p:sp>
        <p:nvSpPr>
          <p:cNvPr id="906" name="Rectangle 905">
            <a:extLst>
              <a:ext uri="{FF2B5EF4-FFF2-40B4-BE49-F238E27FC236}">
                <a16:creationId id="{695E764A-4BD8-FF49-A08E-216285E9E9F2}"/>
              </a:ext>
            </a:extLst>
          </p:cNvPr>
          <p:cNvSpPr/>
          <p:nvPr/>
        </p:nvSpPr>
        <p:spPr>
          <a:xfrm>
            <a:off x="7796062" y="364713"/>
            <a:ext cx="17125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Emissions from the personality architrinos create wave functions that are related to the weak force</a:t>
            </a:r>
          </a:p>
        </p:txBody>
      </p:sp>
      <p:sp>
        <p:nvSpPr>
          <p:cNvPr id="908" name="Rectangle 907">
            <a:extLst>
              <a:ext uri="{FF2B5EF4-FFF2-40B4-BE49-F238E27FC236}">
                <a16:creationId id="{4AEE3326-4BA5-E246-87AA-C8CCD1AE6AA6}"/>
              </a:ext>
            </a:extLst>
          </p:cNvPr>
          <p:cNvSpPr/>
          <p:nvPr/>
        </p:nvSpPr>
        <p:spPr>
          <a:xfrm>
            <a:off x="6650759" y="-28066"/>
            <a:ext cx="654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neutral</a:t>
            </a:r>
            <a:b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flavor</a:t>
            </a:r>
            <a:endParaRPr lang="en-US" sz="1200" dirty="0"/>
          </a:p>
        </p:txBody>
      </p:sp>
      <p:sp>
        <p:nvSpPr>
          <p:cNvPr id="909" name="Rectangle 908">
            <a:extLst>
              <a:ext uri="{FF2B5EF4-FFF2-40B4-BE49-F238E27FC236}">
                <a16:creationId id="{DC31ACAE-02FA-CE48-80B9-A4594AE5BB50}"/>
              </a:ext>
            </a:extLst>
          </p:cNvPr>
          <p:cNvSpPr/>
          <p:nvPr/>
        </p:nvSpPr>
        <p:spPr>
          <a:xfrm>
            <a:off x="74171" y="3412469"/>
            <a:ext cx="880369" cy="2616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Generation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13" name="Rectangle 912">
            <a:extLst>
              <a:ext uri="{FF2B5EF4-FFF2-40B4-BE49-F238E27FC236}">
                <a16:creationId id="{532E2491-C891-D34C-8B4A-43EDF8F61E3B}"/>
              </a:ext>
            </a:extLst>
          </p:cNvPr>
          <p:cNvSpPr/>
          <p:nvPr/>
        </p:nvSpPr>
        <p:spPr>
          <a:xfrm rot="19390778">
            <a:off x="1520278" y="2160783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6" name="Rectangle 915">
            <a:extLst>
              <a:ext uri="{FF2B5EF4-FFF2-40B4-BE49-F238E27FC236}">
                <a16:creationId id="{AA21A0EA-DF35-1844-A14C-67F95EA8692F}"/>
              </a:ext>
            </a:extLst>
          </p:cNvPr>
          <p:cNvSpPr/>
          <p:nvPr/>
        </p:nvSpPr>
        <p:spPr>
          <a:xfrm rot="19390778">
            <a:off x="1403922" y="370169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muon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7" name="Rectangle 916">
            <a:extLst>
              <a:ext uri="{FF2B5EF4-FFF2-40B4-BE49-F238E27FC236}">
                <a16:creationId id="{63C2CCC2-8185-5046-975A-0801F9F18C8B}"/>
              </a:ext>
            </a:extLst>
          </p:cNvPr>
          <p:cNvSpPr/>
          <p:nvPr/>
        </p:nvSpPr>
        <p:spPr>
          <a:xfrm rot="19390778">
            <a:off x="4494039" y="523586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top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8" name="Rectangle 917">
            <a:extLst>
              <a:ext uri="{FF2B5EF4-FFF2-40B4-BE49-F238E27FC236}">
                <a16:creationId id="{C28B9CCD-43F1-1F49-AE24-F4C4A7B8AF33}"/>
              </a:ext>
            </a:extLst>
          </p:cNvPr>
          <p:cNvSpPr/>
          <p:nvPr/>
        </p:nvSpPr>
        <p:spPr>
          <a:xfrm rot="19390778">
            <a:off x="2967420" y="5189699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bottom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0" name="Rectangle 919">
            <a:extLst>
              <a:ext uri="{FF2B5EF4-FFF2-40B4-BE49-F238E27FC236}">
                <a16:creationId id="{5CA37DE1-E058-7B42-8909-C03C8B9BBD7C}"/>
              </a:ext>
            </a:extLst>
          </p:cNvPr>
          <p:cNvSpPr/>
          <p:nvPr/>
        </p:nvSpPr>
        <p:spPr>
          <a:xfrm rot="19390778">
            <a:off x="4501929" y="370169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arm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1" name="Rectangle 920">
            <a:extLst>
              <a:ext uri="{FF2B5EF4-FFF2-40B4-BE49-F238E27FC236}">
                <a16:creationId id="{9D5FC80C-C832-2F43-B59B-DF39E7A307AB}"/>
              </a:ext>
            </a:extLst>
          </p:cNvPr>
          <p:cNvSpPr/>
          <p:nvPr/>
        </p:nvSpPr>
        <p:spPr>
          <a:xfrm rot="19390778">
            <a:off x="2933286" y="3701696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strange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2" name="Rectangle 921">
            <a:extLst>
              <a:ext uri="{FF2B5EF4-FFF2-40B4-BE49-F238E27FC236}">
                <a16:creationId id="{3AD52E02-98D5-2F4E-8AD4-25033774280F}"/>
              </a:ext>
            </a:extLst>
          </p:cNvPr>
          <p:cNvSpPr/>
          <p:nvPr/>
        </p:nvSpPr>
        <p:spPr>
          <a:xfrm rot="19390778">
            <a:off x="2967419" y="2182578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id="{20C8D5E3-0368-2347-ADB8-99FEF4956031}"/>
              </a:ext>
            </a:extLst>
          </p:cNvPr>
          <p:cNvSpPr/>
          <p:nvPr/>
        </p:nvSpPr>
        <p:spPr>
          <a:xfrm rot="19390778">
            <a:off x="4484701" y="2193769"/>
            <a:ext cx="1232730" cy="37182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8" name="Footer Placeholder 3">
            <a:extLst>
              <a:ext uri="{FF2B5EF4-FFF2-40B4-BE49-F238E27FC236}">
                <a16:creationId id="{177A8ECF-CF30-AF4E-B517-6AB0B8D9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08605" y="-86837"/>
            <a:ext cx="2683395" cy="1409841"/>
          </a:xfrm>
        </p:spPr>
        <p:txBody>
          <a:bodyPr/>
          <a:lstStyle/>
          <a:p>
            <a:r>
              <a:rPr lang="en-US" sz="14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Implementation </a:t>
            </a:r>
          </a:p>
          <a:p>
            <a:r>
              <a:rPr lang="en-US" sz="14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the Standard Model</a:t>
            </a:r>
          </a:p>
          <a:p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929" name="TextBox 928">
            <a:extLst>
              <a:ext uri="{FF2B5EF4-FFF2-40B4-BE49-F238E27FC236}">
                <a16:creationId id="{9C0F70FB-54CC-5840-AEB1-CBC548F7A727}"/>
              </a:ext>
            </a:extLst>
          </p:cNvPr>
          <p:cNvSpPr txBox="1"/>
          <p:nvPr/>
        </p:nvSpPr>
        <p:spPr>
          <a:xfrm>
            <a:off x="2747796" y="6576390"/>
            <a:ext cx="3862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representations with hints of geometrical structure.</a:t>
            </a:r>
          </a:p>
        </p:txBody>
      </p:sp>
      <p:sp>
        <p:nvSpPr>
          <p:cNvPr id="930" name="Oval 929">
            <a:extLst>
              <a:ext uri="{FF2B5EF4-FFF2-40B4-BE49-F238E27FC236}">
                <a16:creationId id="{F5A25066-72C6-B64A-8E0A-6E25E97DFACB}"/>
              </a:ext>
            </a:extLst>
          </p:cNvPr>
          <p:cNvSpPr>
            <a:spLocks noChangeAspect="1"/>
          </p:cNvSpPr>
          <p:nvPr/>
        </p:nvSpPr>
        <p:spPr>
          <a:xfrm flipH="1">
            <a:off x="9987762" y="148897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31" name="Oval 930">
            <a:extLst>
              <a:ext uri="{FF2B5EF4-FFF2-40B4-BE49-F238E27FC236}">
                <a16:creationId id="{A1E24838-969B-1A4E-A7D8-CF3CCE428876}"/>
              </a:ext>
            </a:extLst>
          </p:cNvPr>
          <p:cNvSpPr>
            <a:spLocks noChangeAspect="1"/>
          </p:cNvSpPr>
          <p:nvPr/>
        </p:nvSpPr>
        <p:spPr>
          <a:xfrm flipH="1">
            <a:off x="9987762" y="128618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34" name="Rectangle 933">
            <a:extLst>
              <a:ext uri="{FF2B5EF4-FFF2-40B4-BE49-F238E27FC236}">
                <a16:creationId id="{442AF8C8-5C87-7046-A576-1EE0389EA0DC}"/>
              </a:ext>
            </a:extLst>
          </p:cNvPr>
          <p:cNvSpPr/>
          <p:nvPr/>
        </p:nvSpPr>
        <p:spPr>
          <a:xfrm>
            <a:off x="10275474" y="1188321"/>
            <a:ext cx="1247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electrino - |e/6|</a:t>
            </a:r>
            <a:br>
              <a:rPr lang="en-US" sz="12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 + |e/6|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id="{5A9307FB-0E4D-BF4A-86A7-FEEF12EFB8E6}"/>
              </a:ext>
            </a:extLst>
          </p:cNvPr>
          <p:cNvCxnSpPr/>
          <p:nvPr/>
        </p:nvCxnSpPr>
        <p:spPr>
          <a:xfrm flipH="1" flipV="1">
            <a:off x="174062" y="3008228"/>
            <a:ext cx="116579" cy="40945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Straight Arrow Connector 910">
            <a:extLst>
              <a:ext uri="{FF2B5EF4-FFF2-40B4-BE49-F238E27FC236}">
                <a16:creationId id="{FC50F0F8-843A-954B-B071-5BF114215790}"/>
              </a:ext>
            </a:extLst>
          </p:cNvPr>
          <p:cNvCxnSpPr>
            <a:cxnSpLocks/>
          </p:cNvCxnSpPr>
          <p:nvPr/>
        </p:nvCxnSpPr>
        <p:spPr>
          <a:xfrm flipH="1">
            <a:off x="138195" y="3674079"/>
            <a:ext cx="152446" cy="43776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2" name="Rectangle 911">
            <a:extLst>
              <a:ext uri="{FF2B5EF4-FFF2-40B4-BE49-F238E27FC236}">
                <a16:creationId id="{0BD135CF-FB82-124B-8B43-6A003879C0AB}"/>
              </a:ext>
            </a:extLst>
          </p:cNvPr>
          <p:cNvSpPr/>
          <p:nvPr/>
        </p:nvSpPr>
        <p:spPr>
          <a:xfrm>
            <a:off x="-70271" y="1910129"/>
            <a:ext cx="11377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Strong Force</a:t>
            </a:r>
          </a:p>
        </p:txBody>
      </p:sp>
      <p:sp>
        <p:nvSpPr>
          <p:cNvPr id="243" name="Oval 242">
            <a:extLst>
              <a:ext uri="{FF2B5EF4-FFF2-40B4-BE49-F238E27FC236}">
                <a16:creationId id="{1F953CDE-CEF0-1549-BB3E-2C5BC042527D}"/>
              </a:ext>
            </a:extLst>
          </p:cNvPr>
          <p:cNvSpPr>
            <a:spLocks noChangeAspect="1"/>
          </p:cNvSpPr>
          <p:nvPr/>
        </p:nvSpPr>
        <p:spPr>
          <a:xfrm rot="1800000">
            <a:off x="836628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44" name="Oval 243">
            <a:extLst>
              <a:ext uri="{FF2B5EF4-FFF2-40B4-BE49-F238E27FC236}">
                <a16:creationId id="{780712E7-D764-8A47-B4BA-6BD908C1B1C8}"/>
              </a:ext>
            </a:extLst>
          </p:cNvPr>
          <p:cNvSpPr>
            <a:spLocks noChangeAspect="1"/>
          </p:cNvSpPr>
          <p:nvPr/>
        </p:nvSpPr>
        <p:spPr>
          <a:xfrm rot="1800000">
            <a:off x="552147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45" name="Oval 244">
            <a:extLst>
              <a:ext uri="{FF2B5EF4-FFF2-40B4-BE49-F238E27FC236}">
                <a16:creationId id="{F3301AC6-9FB3-BA43-A1B2-A13B0550009F}"/>
              </a:ext>
            </a:extLst>
          </p:cNvPr>
          <p:cNvSpPr>
            <a:spLocks noChangeAspect="1"/>
          </p:cNvSpPr>
          <p:nvPr/>
        </p:nvSpPr>
        <p:spPr>
          <a:xfrm rot="1800000">
            <a:off x="409907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246" name="Oval 245">
            <a:extLst>
              <a:ext uri="{FF2B5EF4-FFF2-40B4-BE49-F238E27FC236}">
                <a16:creationId id="{43879DDA-7F83-654E-A75D-F2342323266A}"/>
              </a:ext>
            </a:extLst>
          </p:cNvPr>
          <p:cNvSpPr>
            <a:spLocks noChangeAspect="1"/>
          </p:cNvSpPr>
          <p:nvPr/>
        </p:nvSpPr>
        <p:spPr>
          <a:xfrm rot="1800000">
            <a:off x="694388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247" name="Straight Connector 246">
            <a:extLst>
              <a:ext uri="{FF2B5EF4-FFF2-40B4-BE49-F238E27FC236}">
                <a16:creationId id="{4CEB9B38-A080-EC42-8BC7-3E5CB34F0CFC}"/>
              </a:ext>
            </a:extLst>
          </p:cNvPr>
          <p:cNvCxnSpPr>
            <a:cxnSpLocks/>
          </p:cNvCxnSpPr>
          <p:nvPr/>
        </p:nvCxnSpPr>
        <p:spPr>
          <a:xfrm>
            <a:off x="353421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id="{80AA821C-C446-F346-A6D0-9B6D1C489BA2}"/>
              </a:ext>
            </a:extLst>
          </p:cNvPr>
          <p:cNvCxnSpPr>
            <a:cxnSpLocks/>
          </p:cNvCxnSpPr>
          <p:nvPr/>
        </p:nvCxnSpPr>
        <p:spPr>
          <a:xfrm>
            <a:off x="909601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id="{3559BD54-A7A5-0C44-A4ED-E0F6510F0497}"/>
              </a:ext>
            </a:extLst>
          </p:cNvPr>
          <p:cNvCxnSpPr>
            <a:cxnSpLocks/>
          </p:cNvCxnSpPr>
          <p:nvPr/>
        </p:nvCxnSpPr>
        <p:spPr>
          <a:xfrm flipH="1">
            <a:off x="355551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id="{DBED4A7B-B7C8-EC4F-923D-1E59DACB9FC1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803482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id="{FD6717F9-9AFC-AE4C-97AF-01E1C8F85E6B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919163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6" name="Oval 265">
            <a:extLst>
              <a:ext uri="{FF2B5EF4-FFF2-40B4-BE49-F238E27FC236}">
                <a16:creationId id="{31A7C1D0-CC0C-F64F-AA5D-675D34846200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1290463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9" name="Oval 268">
            <a:extLst>
              <a:ext uri="{FF2B5EF4-FFF2-40B4-BE49-F238E27FC236}">
                <a16:creationId id="{60C53BEF-AC66-0649-958E-9B4C6A40D83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429554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id="{B60962B1-CFBE-4B42-BE97-124C29816DB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5" name="Oval 264">
            <a:extLst>
              <a:ext uri="{FF2B5EF4-FFF2-40B4-BE49-F238E27FC236}">
                <a16:creationId id="{AA780C24-4E3F-644C-8D5B-A0115FEC25FD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860997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id="{7DFD7695-05F0-5E4F-8FFF-DA47A15E5D1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291451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7" name="Oval 256">
            <a:extLst>
              <a:ext uri="{FF2B5EF4-FFF2-40B4-BE49-F238E27FC236}">
                <a16:creationId id="{E8B59880-0E49-E84A-8C67-560DFDC6282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430542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8" name="Oval 257">
            <a:extLst>
              <a:ext uri="{FF2B5EF4-FFF2-40B4-BE49-F238E27FC236}">
                <a16:creationId id="{8895B23C-2669-C940-9519-67D6E0E692D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0996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id="{874F05D1-61A3-124B-9380-B7BAAF80703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6596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id="{C0FE10C2-41F7-194A-8512-D2F39A25B0F0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1044448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1" name="Oval 260">
            <a:extLst>
              <a:ext uri="{FF2B5EF4-FFF2-40B4-BE49-F238E27FC236}">
                <a16:creationId id="{B8C859B0-2AC3-0C4C-89C6-190C60C2861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1531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id="{8864EE89-A76F-554F-8D9D-BF634327AB96}"/>
              </a:ext>
            </a:extLst>
          </p:cNvPr>
          <p:cNvSpPr>
            <a:spLocks noChangeAspect="1"/>
          </p:cNvSpPr>
          <p:nvPr/>
        </p:nvSpPr>
        <p:spPr>
          <a:xfrm flipH="1">
            <a:off x="919953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240" name="Oval 239">
            <a:extLst>
              <a:ext uri="{FF2B5EF4-FFF2-40B4-BE49-F238E27FC236}">
                <a16:creationId id="{D55A32BE-7EEC-544E-B0E8-7F63FD820D13}"/>
              </a:ext>
            </a:extLst>
          </p:cNvPr>
          <p:cNvSpPr>
            <a:spLocks noChangeAspect="1"/>
          </p:cNvSpPr>
          <p:nvPr/>
        </p:nvSpPr>
        <p:spPr>
          <a:xfrm flipH="1">
            <a:off x="803903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43" name="Oval 942">
            <a:extLst>
              <a:ext uri="{FF2B5EF4-FFF2-40B4-BE49-F238E27FC236}">
                <a16:creationId id="{166158FA-2E96-3641-9239-4CEA5BEE1168}"/>
              </a:ext>
            </a:extLst>
          </p:cNvPr>
          <p:cNvSpPr>
            <a:spLocks noChangeAspect="1"/>
          </p:cNvSpPr>
          <p:nvPr/>
        </p:nvSpPr>
        <p:spPr>
          <a:xfrm rot="1800000">
            <a:off x="6474629" y="229604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cxnSp>
        <p:nvCxnSpPr>
          <p:cNvPr id="946" name="Straight Connector 945">
            <a:extLst>
              <a:ext uri="{FF2B5EF4-FFF2-40B4-BE49-F238E27FC236}">
                <a16:creationId id="{AB19516C-3DDA-A945-B22D-DACD8EEB37B9}"/>
              </a:ext>
            </a:extLst>
          </p:cNvPr>
          <p:cNvCxnSpPr>
            <a:cxnSpLocks/>
          </p:cNvCxnSpPr>
          <p:nvPr/>
        </p:nvCxnSpPr>
        <p:spPr>
          <a:xfrm>
            <a:off x="6974323" y="215050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id="{5E0A9311-B578-C23F-967E-B531E4CC8370}"/>
              </a:ext>
            </a:extLst>
          </p:cNvPr>
          <p:cNvGrpSpPr/>
          <p:nvPr/>
        </p:nvGrpSpPr>
        <p:grpSpPr>
          <a:xfrm>
            <a:off x="6418143" y="2252286"/>
            <a:ext cx="1108654" cy="1089536"/>
            <a:chOff x="6418143" y="2252286"/>
            <a:chExt cx="1108654" cy="1089536"/>
          </a:xfrm>
        </p:grpSpPr>
        <p:sp>
          <p:nvSpPr>
            <p:cNvPr id="941" name="Oval 940">
              <a:extLst>
                <a:ext uri="{FF2B5EF4-FFF2-40B4-BE49-F238E27FC236}">
                  <a16:creationId id="{1827D44E-A0FA-6A41-85D1-A314F95C815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901350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942" name="Oval 941">
              <a:extLst>
                <a:ext uri="{FF2B5EF4-FFF2-40B4-BE49-F238E27FC236}">
                  <a16:creationId id="{89A30830-9FD6-F24C-9B31-A28104DE4D5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616869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944" name="Oval 943">
              <a:extLst>
                <a:ext uri="{FF2B5EF4-FFF2-40B4-BE49-F238E27FC236}">
                  <a16:creationId id="{1317552F-7926-D34B-B633-36D28842051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759110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945" name="Straight Connector 944">
              <a:extLst>
                <a:ext uri="{FF2B5EF4-FFF2-40B4-BE49-F238E27FC236}">
                  <a16:creationId id="{C50EAFE5-4F58-CB4E-91EE-184D57916899}"/>
                </a:ext>
              </a:extLst>
            </p:cNvPr>
            <p:cNvCxnSpPr>
              <a:cxnSpLocks/>
            </p:cNvCxnSpPr>
            <p:nvPr/>
          </p:nvCxnSpPr>
          <p:spPr>
            <a:xfrm>
              <a:off x="6418143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id="{3D2C3082-055C-D040-9437-D6CE122D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0273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8" name="Oval 947">
              <a:extLst>
                <a:ext uri="{FF2B5EF4-FFF2-40B4-BE49-F238E27FC236}">
                  <a16:creationId id="{2E68C3FB-050B-D34E-9C77-6A18B53F577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868204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49" name="Oval 948">
              <a:extLst>
                <a:ext uri="{FF2B5EF4-FFF2-40B4-BE49-F238E27FC236}">
                  <a16:creationId id="{B349B60A-7034-B840-A840-AA5CB83286F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983885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64" name="Oval 963">
              <a:extLst>
                <a:ext uri="{FF2B5EF4-FFF2-40B4-BE49-F238E27FC236}">
                  <a16:creationId id="{C36E91FA-1810-694D-87D0-1DDF351A86C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355185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67" name="Oval 966">
              <a:extLst>
                <a:ext uri="{FF2B5EF4-FFF2-40B4-BE49-F238E27FC236}">
                  <a16:creationId id="{0D9265E4-2F75-2248-AA43-055CD12ECDB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494276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60" name="Oval 959">
              <a:extLst>
                <a:ext uri="{FF2B5EF4-FFF2-40B4-BE49-F238E27FC236}">
                  <a16:creationId id="{15B09FB4-CA7E-294F-B3E9-788B86253C34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925719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63" name="Oval 962">
              <a:extLst>
                <a:ext uri="{FF2B5EF4-FFF2-40B4-BE49-F238E27FC236}">
                  <a16:creationId id="{A4A366B2-70C8-0343-8FC2-EBE8C1C7320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925719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2" name="Oval 951">
              <a:extLst>
                <a:ext uri="{FF2B5EF4-FFF2-40B4-BE49-F238E27FC236}">
                  <a16:creationId id="{05A41009-B72B-6648-8DC3-2EFB406E1BA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356173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5" name="Oval 954">
              <a:extLst>
                <a:ext uri="{FF2B5EF4-FFF2-40B4-BE49-F238E27FC236}">
                  <a16:creationId id="{D244E471-BC79-1C4F-9D60-78ED5526022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495264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6" name="Oval 955">
              <a:extLst>
                <a:ext uri="{FF2B5EF4-FFF2-40B4-BE49-F238E27FC236}">
                  <a16:creationId id="{F25EC47F-4FBA-3749-B3EC-8C2DC5F49D3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925718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7" name="Oval 956">
              <a:extLst>
                <a:ext uri="{FF2B5EF4-FFF2-40B4-BE49-F238E27FC236}">
                  <a16:creationId id="{C8A1A70C-A367-7B41-8D14-29BEDCBD6CFB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741318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8" name="Oval 957">
              <a:extLst>
                <a:ext uri="{FF2B5EF4-FFF2-40B4-BE49-F238E27FC236}">
                  <a16:creationId id="{A72E24C1-3859-C24C-8556-5D477293A69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109170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9" name="Oval 958">
              <a:extLst>
                <a:ext uri="{FF2B5EF4-FFF2-40B4-BE49-F238E27FC236}">
                  <a16:creationId id="{48CB2963-E71E-5D47-B191-6F8790486DD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926253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32" name="Oval 931">
              <a:extLst>
                <a:ext uri="{FF2B5EF4-FFF2-40B4-BE49-F238E27FC236}">
                  <a16:creationId id="{C97097C3-44C6-7647-A081-81F7DBB88E1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741607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33" name="Oval 932">
              <a:extLst>
                <a:ext uri="{FF2B5EF4-FFF2-40B4-BE49-F238E27FC236}">
                  <a16:creationId id="{03E575BD-5D19-8A4F-A846-840EC47D14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09629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935" name="Oval 934">
              <a:extLst>
                <a:ext uri="{FF2B5EF4-FFF2-40B4-BE49-F238E27FC236}">
                  <a16:creationId id="{0BB74FB5-D7B4-5041-8451-065263645EC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25719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36" name="Oval 935">
              <a:extLst>
                <a:ext uri="{FF2B5EF4-FFF2-40B4-BE49-F238E27FC236}">
                  <a16:creationId id="{378F693F-73FB-0A47-8447-5D404AC599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84675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937" name="Oval 936">
              <a:extLst>
                <a:ext uri="{FF2B5EF4-FFF2-40B4-BE49-F238E27FC236}">
                  <a16:creationId id="{7B9E39ED-73A0-A84D-BF17-59484ED6067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868625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938" name="Oval 937">
              <a:extLst>
                <a:ext uri="{FF2B5EF4-FFF2-40B4-BE49-F238E27FC236}">
                  <a16:creationId id="{47B9A2C4-7748-814B-97C3-63ECCBD0971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25737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37" name="Oval 1036">
              <a:extLst>
                <a:ext uri="{FF2B5EF4-FFF2-40B4-BE49-F238E27FC236}">
                  <a16:creationId id="{1AEAFCF8-77FF-6344-8479-A88537E86D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26147" y="3246995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38" name="Oval 1037">
              <a:extLst>
                <a:ext uri="{FF2B5EF4-FFF2-40B4-BE49-F238E27FC236}">
                  <a16:creationId id="{361B7E76-25BE-ED49-AF47-3064AA96D97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495207" y="249608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39" name="Oval 1038">
              <a:extLst>
                <a:ext uri="{FF2B5EF4-FFF2-40B4-BE49-F238E27FC236}">
                  <a16:creationId id="{605BAC60-CE18-FA42-9B62-F8108C486A4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496689" y="299546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40" name="Oval 1039">
              <a:extLst>
                <a:ext uri="{FF2B5EF4-FFF2-40B4-BE49-F238E27FC236}">
                  <a16:creationId id="{EE07703A-A298-404F-9EBD-F7277D96B76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56893" y="299335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41" name="Oval 1040">
              <a:extLst>
                <a:ext uri="{FF2B5EF4-FFF2-40B4-BE49-F238E27FC236}">
                  <a16:creationId id="{69DFAB61-D416-C34E-BF8C-B22C1D2C5EA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927134" y="2252446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42" name="Oval 1041">
              <a:extLst>
                <a:ext uri="{FF2B5EF4-FFF2-40B4-BE49-F238E27FC236}">
                  <a16:creationId id="{790F880F-3DF1-0F4A-BC16-2C10879FE93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57263" y="249806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976" name="Oval 975">
            <a:extLst>
              <a:ext uri="{FF2B5EF4-FFF2-40B4-BE49-F238E27FC236}">
                <a16:creationId id="{215ADB68-3CC1-2041-B39D-0F500C93A32B}"/>
              </a:ext>
            </a:extLst>
          </p:cNvPr>
          <p:cNvSpPr>
            <a:spLocks noChangeAspect="1"/>
          </p:cNvSpPr>
          <p:nvPr/>
        </p:nvSpPr>
        <p:spPr>
          <a:xfrm rot="1800000">
            <a:off x="6901350" y="4266374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977" name="Oval 976">
            <a:extLst>
              <a:ext uri="{FF2B5EF4-FFF2-40B4-BE49-F238E27FC236}">
                <a16:creationId id="{A2FAE275-E710-0A47-8F7C-CAD0E340C28D}"/>
              </a:ext>
            </a:extLst>
          </p:cNvPr>
          <p:cNvSpPr>
            <a:spLocks noChangeAspect="1"/>
          </p:cNvSpPr>
          <p:nvPr/>
        </p:nvSpPr>
        <p:spPr>
          <a:xfrm rot="1800000">
            <a:off x="6616869" y="3981893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978" name="Oval 977">
            <a:extLst>
              <a:ext uri="{FF2B5EF4-FFF2-40B4-BE49-F238E27FC236}">
                <a16:creationId id="{DD2C4BB7-152F-0F40-A8D2-7909EFE9FFCC}"/>
              </a:ext>
            </a:extLst>
          </p:cNvPr>
          <p:cNvSpPr>
            <a:spLocks noChangeAspect="1"/>
          </p:cNvSpPr>
          <p:nvPr/>
        </p:nvSpPr>
        <p:spPr>
          <a:xfrm rot="1800000">
            <a:off x="6474629" y="3839653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979" name="Oval 978">
            <a:extLst>
              <a:ext uri="{FF2B5EF4-FFF2-40B4-BE49-F238E27FC236}">
                <a16:creationId id="{37E2FA80-7E59-C544-811D-457E4C576F23}"/>
              </a:ext>
            </a:extLst>
          </p:cNvPr>
          <p:cNvSpPr>
            <a:spLocks noChangeAspect="1"/>
          </p:cNvSpPr>
          <p:nvPr/>
        </p:nvSpPr>
        <p:spPr>
          <a:xfrm rot="1800000">
            <a:off x="6759110" y="4124133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980" name="Straight Connector 979">
            <a:extLst>
              <a:ext uri="{FF2B5EF4-FFF2-40B4-BE49-F238E27FC236}">
                <a16:creationId id="{563685D6-EDBC-4349-A7C6-4FB957503A8D}"/>
              </a:ext>
            </a:extLst>
          </p:cNvPr>
          <p:cNvCxnSpPr>
            <a:cxnSpLocks/>
          </p:cNvCxnSpPr>
          <p:nvPr/>
        </p:nvCxnSpPr>
        <p:spPr>
          <a:xfrm>
            <a:off x="6418143" y="4017453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980">
            <a:extLst>
              <a:ext uri="{FF2B5EF4-FFF2-40B4-BE49-F238E27FC236}">
                <a16:creationId id="{2D1A1C0E-8D5C-E944-A41F-42D4A2BBD163}"/>
              </a:ext>
            </a:extLst>
          </p:cNvPr>
          <p:cNvCxnSpPr>
            <a:cxnSpLocks/>
          </p:cNvCxnSpPr>
          <p:nvPr/>
        </p:nvCxnSpPr>
        <p:spPr>
          <a:xfrm>
            <a:off x="6974323" y="3694106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id="{64D90991-3E8D-4F4A-8535-193B036A832F}"/>
              </a:ext>
            </a:extLst>
          </p:cNvPr>
          <p:cNvCxnSpPr>
            <a:cxnSpLocks/>
          </p:cNvCxnSpPr>
          <p:nvPr/>
        </p:nvCxnSpPr>
        <p:spPr>
          <a:xfrm flipH="1">
            <a:off x="6420273" y="4017206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Oval 982">
            <a:extLst>
              <a:ext uri="{FF2B5EF4-FFF2-40B4-BE49-F238E27FC236}">
                <a16:creationId id="{96947D87-9214-0B4B-BAD4-EB1C797BA1C9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868204" y="42548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84" name="Oval 983">
            <a:extLst>
              <a:ext uri="{FF2B5EF4-FFF2-40B4-BE49-F238E27FC236}">
                <a16:creationId id="{0AF2AE75-107A-494B-914C-8FA2E8D5F117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983885" y="432316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9" name="Oval 998">
            <a:extLst>
              <a:ext uri="{FF2B5EF4-FFF2-40B4-BE49-F238E27FC236}">
                <a16:creationId id="{CC682F75-B185-194F-8678-D394D275EB9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7355185" y="453750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02" name="Oval 1001">
            <a:extLst>
              <a:ext uri="{FF2B5EF4-FFF2-40B4-BE49-F238E27FC236}">
                <a16:creationId id="{37D3710A-E1DB-EB4B-B84A-7C6D4566563D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494276" y="404046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5" name="Oval 994">
            <a:extLst>
              <a:ext uri="{FF2B5EF4-FFF2-40B4-BE49-F238E27FC236}">
                <a16:creationId id="{28F938F8-4163-3C42-8C47-D99FB69892C3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25719" y="478998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8" name="Oval 997">
            <a:extLst>
              <a:ext uri="{FF2B5EF4-FFF2-40B4-BE49-F238E27FC236}">
                <a16:creationId id="{B8BCB7EE-0D63-5348-B76D-6AB71D063A65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25719" y="3795891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87" name="Oval 986">
            <a:extLst>
              <a:ext uri="{FF2B5EF4-FFF2-40B4-BE49-F238E27FC236}">
                <a16:creationId id="{BF8567EB-0589-994D-B93B-33AD20F01B6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356173" y="404243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0" name="Oval 989">
            <a:extLst>
              <a:ext uri="{FF2B5EF4-FFF2-40B4-BE49-F238E27FC236}">
                <a16:creationId id="{B14C9C4F-543B-AF49-B358-8CDD3F2225A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495264" y="453948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1" name="Oval 990">
            <a:extLst>
              <a:ext uri="{FF2B5EF4-FFF2-40B4-BE49-F238E27FC236}">
                <a16:creationId id="{BDFB25F4-9FCA-4B47-8F15-89CF6032F4DD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25718" y="39346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2" name="Oval 991">
            <a:extLst>
              <a:ext uri="{FF2B5EF4-FFF2-40B4-BE49-F238E27FC236}">
                <a16:creationId id="{4D60BB06-7AA5-2846-9D2B-D44FF7952C95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41318" y="439630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3" name="Oval 992">
            <a:extLst>
              <a:ext uri="{FF2B5EF4-FFF2-40B4-BE49-F238E27FC236}">
                <a16:creationId id="{9338407A-2D9B-1B48-B79C-AAE441EA151C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109170" y="418366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4" name="Oval 993">
            <a:extLst>
              <a:ext uri="{FF2B5EF4-FFF2-40B4-BE49-F238E27FC236}">
                <a16:creationId id="{A2191229-3EBE-A947-932C-14F40369EAB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26253" y="4643442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70" name="Oval 969">
            <a:extLst>
              <a:ext uri="{FF2B5EF4-FFF2-40B4-BE49-F238E27FC236}">
                <a16:creationId id="{02D5AE38-E7F7-6046-B0F4-3F4845879229}"/>
              </a:ext>
            </a:extLst>
          </p:cNvPr>
          <p:cNvSpPr>
            <a:spLocks noChangeAspect="1"/>
          </p:cNvSpPr>
          <p:nvPr/>
        </p:nvSpPr>
        <p:spPr>
          <a:xfrm flipH="1">
            <a:off x="6741607" y="4395825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971" name="Oval 970">
            <a:extLst>
              <a:ext uri="{FF2B5EF4-FFF2-40B4-BE49-F238E27FC236}">
                <a16:creationId id="{20A5707B-CA80-C24C-AE41-B78988B5A4D6}"/>
              </a:ext>
            </a:extLst>
          </p:cNvPr>
          <p:cNvSpPr>
            <a:spLocks noChangeAspect="1"/>
          </p:cNvSpPr>
          <p:nvPr/>
        </p:nvSpPr>
        <p:spPr>
          <a:xfrm flipH="1">
            <a:off x="7109629" y="4183422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72" name="Oval 971">
            <a:extLst>
              <a:ext uri="{FF2B5EF4-FFF2-40B4-BE49-F238E27FC236}">
                <a16:creationId id="{2F9469ED-8166-7C47-B5B3-7889373CFD0D}"/>
              </a:ext>
            </a:extLst>
          </p:cNvPr>
          <p:cNvSpPr>
            <a:spLocks noChangeAspect="1"/>
          </p:cNvSpPr>
          <p:nvPr/>
        </p:nvSpPr>
        <p:spPr>
          <a:xfrm flipH="1">
            <a:off x="6984675" y="43229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973" name="Oval 972">
            <a:extLst>
              <a:ext uri="{FF2B5EF4-FFF2-40B4-BE49-F238E27FC236}">
                <a16:creationId id="{4F75973F-AF79-A047-8F27-6E2D2A378628}"/>
              </a:ext>
            </a:extLst>
          </p:cNvPr>
          <p:cNvSpPr>
            <a:spLocks noChangeAspect="1"/>
          </p:cNvSpPr>
          <p:nvPr/>
        </p:nvSpPr>
        <p:spPr>
          <a:xfrm flipH="1">
            <a:off x="6868625" y="425393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3" name="Oval 1042">
            <a:extLst>
              <a:ext uri="{FF2B5EF4-FFF2-40B4-BE49-F238E27FC236}">
                <a16:creationId id="{69725379-A76C-2845-AC74-3ED9C48D46C9}"/>
              </a:ext>
            </a:extLst>
          </p:cNvPr>
          <p:cNvSpPr>
            <a:spLocks noChangeAspect="1"/>
          </p:cNvSpPr>
          <p:nvPr/>
        </p:nvSpPr>
        <p:spPr>
          <a:xfrm flipH="1">
            <a:off x="6924696" y="4791796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44" name="Oval 1043">
            <a:extLst>
              <a:ext uri="{FF2B5EF4-FFF2-40B4-BE49-F238E27FC236}">
                <a16:creationId id="{4A000B22-761F-9742-A198-C215455F81A7}"/>
              </a:ext>
            </a:extLst>
          </p:cNvPr>
          <p:cNvSpPr>
            <a:spLocks noChangeAspect="1"/>
          </p:cNvSpPr>
          <p:nvPr/>
        </p:nvSpPr>
        <p:spPr>
          <a:xfrm flipH="1">
            <a:off x="6493756" y="4040888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45" name="Oval 1044">
            <a:extLst>
              <a:ext uri="{FF2B5EF4-FFF2-40B4-BE49-F238E27FC236}">
                <a16:creationId id="{D6431C84-2978-8C49-B584-885D6EEC69B6}"/>
              </a:ext>
            </a:extLst>
          </p:cNvPr>
          <p:cNvSpPr>
            <a:spLocks noChangeAspect="1"/>
          </p:cNvSpPr>
          <p:nvPr/>
        </p:nvSpPr>
        <p:spPr>
          <a:xfrm flipH="1">
            <a:off x="6495238" y="454026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6" name="Oval 1045">
            <a:extLst>
              <a:ext uri="{FF2B5EF4-FFF2-40B4-BE49-F238E27FC236}">
                <a16:creationId id="{561D2649-D424-EA41-8678-61C37B14C598}"/>
              </a:ext>
            </a:extLst>
          </p:cNvPr>
          <p:cNvSpPr>
            <a:spLocks noChangeAspect="1"/>
          </p:cNvSpPr>
          <p:nvPr/>
        </p:nvSpPr>
        <p:spPr>
          <a:xfrm flipH="1">
            <a:off x="7355442" y="4538154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7" name="Oval 1046">
            <a:extLst>
              <a:ext uri="{FF2B5EF4-FFF2-40B4-BE49-F238E27FC236}">
                <a16:creationId id="{A4EFCB21-5190-7645-80AD-4ADCC733296F}"/>
              </a:ext>
            </a:extLst>
          </p:cNvPr>
          <p:cNvSpPr>
            <a:spLocks noChangeAspect="1"/>
          </p:cNvSpPr>
          <p:nvPr/>
        </p:nvSpPr>
        <p:spPr>
          <a:xfrm flipH="1">
            <a:off x="6925683" y="379724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8" name="Oval 1047">
            <a:extLst>
              <a:ext uri="{FF2B5EF4-FFF2-40B4-BE49-F238E27FC236}">
                <a16:creationId id="{4F773531-8EF2-674E-9DA4-5CC9F584A24F}"/>
              </a:ext>
            </a:extLst>
          </p:cNvPr>
          <p:cNvSpPr>
            <a:spLocks noChangeAspect="1"/>
          </p:cNvSpPr>
          <p:nvPr/>
        </p:nvSpPr>
        <p:spPr>
          <a:xfrm flipH="1">
            <a:off x="7355812" y="4042864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09" name="Oval 1008">
            <a:extLst>
              <a:ext uri="{FF2B5EF4-FFF2-40B4-BE49-F238E27FC236}">
                <a16:creationId id="{E1E723F2-6CC3-DC4B-B1A0-50A8EFAC7577}"/>
              </a:ext>
            </a:extLst>
          </p:cNvPr>
          <p:cNvSpPr>
            <a:spLocks noChangeAspect="1"/>
          </p:cNvSpPr>
          <p:nvPr/>
        </p:nvSpPr>
        <p:spPr>
          <a:xfrm rot="1800000">
            <a:off x="6901350" y="5830009"/>
            <a:ext cx="142240" cy="14224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010" name="Oval 1009">
            <a:extLst>
              <a:ext uri="{FF2B5EF4-FFF2-40B4-BE49-F238E27FC236}">
                <a16:creationId id="{DD265D08-2EF8-934B-AD37-2DB60BAB45AE}"/>
              </a:ext>
            </a:extLst>
          </p:cNvPr>
          <p:cNvSpPr>
            <a:spLocks noChangeAspect="1"/>
          </p:cNvSpPr>
          <p:nvPr/>
        </p:nvSpPr>
        <p:spPr>
          <a:xfrm rot="1800000">
            <a:off x="6616869" y="5545528"/>
            <a:ext cx="711202" cy="711202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011" name="Oval 1010">
            <a:extLst>
              <a:ext uri="{FF2B5EF4-FFF2-40B4-BE49-F238E27FC236}">
                <a16:creationId id="{7656DCAC-0A38-5F4D-B405-25753386FF7F}"/>
              </a:ext>
            </a:extLst>
          </p:cNvPr>
          <p:cNvSpPr>
            <a:spLocks noChangeAspect="1"/>
          </p:cNvSpPr>
          <p:nvPr/>
        </p:nvSpPr>
        <p:spPr>
          <a:xfrm rot="1800000">
            <a:off x="6474629" y="5403288"/>
            <a:ext cx="995682" cy="99568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b="1" dirty="0"/>
          </a:p>
        </p:txBody>
      </p:sp>
      <p:sp>
        <p:nvSpPr>
          <p:cNvPr id="1012" name="Oval 1011">
            <a:extLst>
              <a:ext uri="{FF2B5EF4-FFF2-40B4-BE49-F238E27FC236}">
                <a16:creationId id="{B441CB8D-244B-B24B-8408-BE1BF33E48A8}"/>
              </a:ext>
            </a:extLst>
          </p:cNvPr>
          <p:cNvSpPr>
            <a:spLocks noChangeAspect="1"/>
          </p:cNvSpPr>
          <p:nvPr/>
        </p:nvSpPr>
        <p:spPr>
          <a:xfrm rot="1800000">
            <a:off x="6759110" y="5687768"/>
            <a:ext cx="426721" cy="426721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cxnSp>
        <p:nvCxnSpPr>
          <p:cNvPr id="1013" name="Straight Connector 1012">
            <a:extLst>
              <a:ext uri="{FF2B5EF4-FFF2-40B4-BE49-F238E27FC236}">
                <a16:creationId id="{D28D8D90-0CEC-1542-AFE6-06D340C3A237}"/>
              </a:ext>
            </a:extLst>
          </p:cNvPr>
          <p:cNvCxnSpPr>
            <a:cxnSpLocks/>
          </p:cNvCxnSpPr>
          <p:nvPr/>
        </p:nvCxnSpPr>
        <p:spPr>
          <a:xfrm>
            <a:off x="6418143" y="5581088"/>
            <a:ext cx="1108654" cy="6400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id="{D23C3A81-3A9A-E542-BEE4-BAFF57D1ADFF}"/>
              </a:ext>
            </a:extLst>
          </p:cNvPr>
          <p:cNvCxnSpPr>
            <a:cxnSpLocks/>
          </p:cNvCxnSpPr>
          <p:nvPr/>
        </p:nvCxnSpPr>
        <p:spPr>
          <a:xfrm>
            <a:off x="6974323" y="5257741"/>
            <a:ext cx="0" cy="12846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Straight Connector 1014">
            <a:extLst>
              <a:ext uri="{FF2B5EF4-FFF2-40B4-BE49-F238E27FC236}">
                <a16:creationId id="{DDBDB7ED-B613-C342-AD6B-E1B07BB3F4EA}"/>
              </a:ext>
            </a:extLst>
          </p:cNvPr>
          <p:cNvCxnSpPr>
            <a:cxnSpLocks/>
          </p:cNvCxnSpPr>
          <p:nvPr/>
        </p:nvCxnSpPr>
        <p:spPr>
          <a:xfrm flipH="1">
            <a:off x="6420273" y="5580841"/>
            <a:ext cx="1104730" cy="6403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6" name="Oval 1015">
            <a:extLst>
              <a:ext uri="{FF2B5EF4-FFF2-40B4-BE49-F238E27FC236}">
                <a16:creationId id="{4E997A83-C92D-544A-9498-B25680DD7EE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868204" y="581843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17" name="Oval 1016">
            <a:extLst>
              <a:ext uri="{FF2B5EF4-FFF2-40B4-BE49-F238E27FC236}">
                <a16:creationId id="{6CE45BF6-9988-0445-BF88-C814097C4F02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983885" y="588680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33" name="Oval 1032">
            <a:extLst>
              <a:ext uri="{FF2B5EF4-FFF2-40B4-BE49-F238E27FC236}">
                <a16:creationId id="{1FA41472-5BD0-4E41-8A8F-58AB82ABCB83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7355185" y="610114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36" name="Oval 1035">
            <a:extLst>
              <a:ext uri="{FF2B5EF4-FFF2-40B4-BE49-F238E27FC236}">
                <a16:creationId id="{3298CEB0-3D01-BB4E-8188-1172E59BC955}"/>
              </a:ext>
            </a:extLst>
          </p:cNvPr>
          <p:cNvSpPr>
            <a:spLocks noChangeAspect="1"/>
          </p:cNvSpPr>
          <p:nvPr/>
        </p:nvSpPr>
        <p:spPr>
          <a:xfrm rot="1800000" flipH="1">
            <a:off x="6494276" y="560409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9" name="Oval 1028">
            <a:extLst>
              <a:ext uri="{FF2B5EF4-FFF2-40B4-BE49-F238E27FC236}">
                <a16:creationId id="{8A290782-CBE1-2444-B791-3D2B1A63C5EB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25719" y="6353618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32" name="Oval 1031">
            <a:extLst>
              <a:ext uri="{FF2B5EF4-FFF2-40B4-BE49-F238E27FC236}">
                <a16:creationId id="{2527A9A2-60BF-B042-B200-85FA64EB42EA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6925719" y="5359526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0" name="Oval 1019">
            <a:extLst>
              <a:ext uri="{FF2B5EF4-FFF2-40B4-BE49-F238E27FC236}">
                <a16:creationId id="{F2A24884-A53F-9C4D-BAA0-FF39AF72BC5D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356173" y="5606073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3" name="Oval 1022">
            <a:extLst>
              <a:ext uri="{FF2B5EF4-FFF2-40B4-BE49-F238E27FC236}">
                <a16:creationId id="{A0189B65-0EA7-CF4B-B423-040FD06CC709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495264" y="6103119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4" name="Oval 1023">
            <a:extLst>
              <a:ext uri="{FF2B5EF4-FFF2-40B4-BE49-F238E27FC236}">
                <a16:creationId id="{3C1DEAC8-882A-294A-BFDD-7447C08B9CB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25718" y="549827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5" name="Oval 1024">
            <a:extLst>
              <a:ext uri="{FF2B5EF4-FFF2-40B4-BE49-F238E27FC236}">
                <a16:creationId id="{6CDD2568-4FF0-A943-A381-53E9638504D6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6741318" y="595994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7" name="Oval 1026">
            <a:extLst>
              <a:ext uri="{FF2B5EF4-FFF2-40B4-BE49-F238E27FC236}">
                <a16:creationId id="{ED740F1F-3BCB-8648-B710-BF8CEC560427}"/>
              </a:ext>
            </a:extLst>
          </p:cNvPr>
          <p:cNvSpPr>
            <a:spLocks noChangeAspect="1"/>
          </p:cNvSpPr>
          <p:nvPr/>
        </p:nvSpPr>
        <p:spPr>
          <a:xfrm rot="19800000" flipH="1">
            <a:off x="7109170" y="5747304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8" name="Oval 1027">
            <a:extLst>
              <a:ext uri="{FF2B5EF4-FFF2-40B4-BE49-F238E27FC236}">
                <a16:creationId id="{6A6C697E-B441-EC48-801D-D3DF5EBC9D7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6926253" y="6207077"/>
            <a:ext cx="94827" cy="9482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1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05" name="Oval 1004">
            <a:extLst>
              <a:ext uri="{FF2B5EF4-FFF2-40B4-BE49-F238E27FC236}">
                <a16:creationId id="{829E9BAB-ADA8-F947-814E-69007CA9AC98}"/>
              </a:ext>
            </a:extLst>
          </p:cNvPr>
          <p:cNvSpPr>
            <a:spLocks noChangeAspect="1"/>
          </p:cNvSpPr>
          <p:nvPr/>
        </p:nvSpPr>
        <p:spPr>
          <a:xfrm flipH="1">
            <a:off x="6984675" y="58865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06" name="Oval 1005">
            <a:extLst>
              <a:ext uri="{FF2B5EF4-FFF2-40B4-BE49-F238E27FC236}">
                <a16:creationId id="{2D8C47B5-0791-0A41-9519-B350FF7BEFD3}"/>
              </a:ext>
            </a:extLst>
          </p:cNvPr>
          <p:cNvSpPr>
            <a:spLocks noChangeAspect="1"/>
          </p:cNvSpPr>
          <p:nvPr/>
        </p:nvSpPr>
        <p:spPr>
          <a:xfrm flipH="1">
            <a:off x="6868625" y="5817567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49" name="Oval 1048">
            <a:extLst>
              <a:ext uri="{FF2B5EF4-FFF2-40B4-BE49-F238E27FC236}">
                <a16:creationId id="{5E755246-0764-A94F-856C-4C5AE6420FC8}"/>
              </a:ext>
            </a:extLst>
          </p:cNvPr>
          <p:cNvSpPr>
            <a:spLocks noChangeAspect="1"/>
          </p:cNvSpPr>
          <p:nvPr/>
        </p:nvSpPr>
        <p:spPr>
          <a:xfrm flipH="1">
            <a:off x="6925600" y="6355431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50" name="Oval 1049">
            <a:extLst>
              <a:ext uri="{FF2B5EF4-FFF2-40B4-BE49-F238E27FC236}">
                <a16:creationId id="{18C1856F-96CF-2D42-81B3-0C3D43A2B0AA}"/>
              </a:ext>
            </a:extLst>
          </p:cNvPr>
          <p:cNvSpPr>
            <a:spLocks noChangeAspect="1"/>
          </p:cNvSpPr>
          <p:nvPr/>
        </p:nvSpPr>
        <p:spPr>
          <a:xfrm flipH="1">
            <a:off x="6494660" y="5604523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51" name="Oval 1050">
            <a:extLst>
              <a:ext uri="{FF2B5EF4-FFF2-40B4-BE49-F238E27FC236}">
                <a16:creationId id="{557B3280-FCFB-954D-AAA9-5D6F019DFB40}"/>
              </a:ext>
            </a:extLst>
          </p:cNvPr>
          <p:cNvSpPr>
            <a:spLocks noChangeAspect="1"/>
          </p:cNvSpPr>
          <p:nvPr/>
        </p:nvSpPr>
        <p:spPr>
          <a:xfrm flipH="1">
            <a:off x="6496142" y="610389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52" name="Oval 1051">
            <a:extLst>
              <a:ext uri="{FF2B5EF4-FFF2-40B4-BE49-F238E27FC236}">
                <a16:creationId id="{C1075B45-8516-EE4A-88F1-E9D27E1E7312}"/>
              </a:ext>
            </a:extLst>
          </p:cNvPr>
          <p:cNvSpPr>
            <a:spLocks noChangeAspect="1"/>
          </p:cNvSpPr>
          <p:nvPr/>
        </p:nvSpPr>
        <p:spPr>
          <a:xfrm flipH="1">
            <a:off x="7356346" y="6101789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53" name="Oval 1052">
            <a:extLst>
              <a:ext uri="{FF2B5EF4-FFF2-40B4-BE49-F238E27FC236}">
                <a16:creationId id="{85B7420B-B3B4-5549-B951-F6CE67D36F44}"/>
              </a:ext>
            </a:extLst>
          </p:cNvPr>
          <p:cNvSpPr>
            <a:spLocks noChangeAspect="1"/>
          </p:cNvSpPr>
          <p:nvPr/>
        </p:nvSpPr>
        <p:spPr>
          <a:xfrm flipH="1">
            <a:off x="6926587" y="5360882"/>
            <a:ext cx="94827" cy="94827"/>
          </a:xfrm>
          <a:prstGeom prst="ellipse">
            <a:avLst/>
          </a:prstGeom>
          <a:solidFill>
            <a:srgbClr val="0070C0"/>
          </a:solidFill>
        </p:spPr>
        <p:txBody>
          <a:bodyPr wrap="none" lIns="0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−</a:t>
            </a:r>
          </a:p>
        </p:txBody>
      </p:sp>
      <p:sp>
        <p:nvSpPr>
          <p:cNvPr id="1054" name="Oval 1053">
            <a:extLst>
              <a:ext uri="{FF2B5EF4-FFF2-40B4-BE49-F238E27FC236}">
                <a16:creationId id="{EA28945D-BB81-2948-92B4-75831AE38648}"/>
              </a:ext>
            </a:extLst>
          </p:cNvPr>
          <p:cNvSpPr>
            <a:spLocks noChangeAspect="1"/>
          </p:cNvSpPr>
          <p:nvPr/>
        </p:nvSpPr>
        <p:spPr>
          <a:xfrm flipH="1">
            <a:off x="7356716" y="5606499"/>
            <a:ext cx="94827" cy="94827"/>
          </a:xfrm>
          <a:prstGeom prst="ellipse">
            <a:avLst/>
          </a:prstGeom>
          <a:solidFill>
            <a:srgbClr val="FF0000"/>
          </a:solidFill>
        </p:spPr>
        <p:txBody>
          <a:bodyPr wrap="none" lIns="9144" tIns="0" rIns="0" bIns="82296" rtlCol="0" anchor="ctr">
            <a:noAutofit/>
          </a:bodyPr>
          <a:lstStyle/>
          <a:p>
            <a:pPr algn="ctr"/>
            <a:r>
              <a: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</a:p>
        </p:txBody>
      </p:sp>
      <p:sp>
        <p:nvSpPr>
          <p:cNvPr id="1059" name="Rectangle 1058">
            <a:extLst>
              <a:ext uri="{FF2B5EF4-FFF2-40B4-BE49-F238E27FC236}">
                <a16:creationId id="{F375E8B9-F9D8-4146-A7A5-9EB286B8957A}"/>
              </a:ext>
            </a:extLst>
          </p:cNvPr>
          <p:cNvSpPr/>
          <p:nvPr/>
        </p:nvSpPr>
        <p:spPr>
          <a:xfrm rot="19390778">
            <a:off x="6154010" y="5225876"/>
            <a:ext cx="1232730" cy="76012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0803907"/>
              </a:avLst>
            </a:prstTxWarp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tau neutrino</a:t>
            </a:r>
            <a:endParaRPr 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633" name="Group 632">
            <a:extLst>
              <a:ext uri="{FF2B5EF4-FFF2-40B4-BE49-F238E27FC236}">
                <a16:creationId id="{5B02A482-6B89-B7BF-4366-30DBBFB1F6C2}"/>
              </a:ext>
            </a:extLst>
          </p:cNvPr>
          <p:cNvGrpSpPr/>
          <p:nvPr/>
        </p:nvGrpSpPr>
        <p:grpSpPr>
          <a:xfrm>
            <a:off x="10921895" y="1923801"/>
            <a:ext cx="877419" cy="877419"/>
            <a:chOff x="8540436" y="2572785"/>
            <a:chExt cx="877419" cy="877419"/>
          </a:xfrm>
        </p:grpSpPr>
        <p:sp>
          <p:nvSpPr>
            <p:cNvPr id="1064" name="Oval 1063">
              <a:extLst>
                <a:ext uri="{FF2B5EF4-FFF2-40B4-BE49-F238E27FC236}">
                  <a16:creationId id="{452BC2BC-0B52-2D4E-991B-3231F5C9AD2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21692" y="2656966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cxnSp>
          <p:nvCxnSpPr>
            <p:cNvPr id="1061" name="Straight Connector 1060">
              <a:extLst>
                <a:ext uri="{FF2B5EF4-FFF2-40B4-BE49-F238E27FC236}">
                  <a16:creationId id="{D124DFF2-0C4D-F841-9E41-4EDEC4D80E57}"/>
                </a:ext>
              </a:extLst>
            </p:cNvPr>
            <p:cNvCxnSpPr>
              <a:cxnSpLocks/>
            </p:cNvCxnSpPr>
            <p:nvPr/>
          </p:nvCxnSpPr>
          <p:spPr>
            <a:xfrm rot="18000000">
              <a:off x="8979146" y="2578258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id="{4521BBFA-41C7-1A46-AA62-449EA8DC0CE3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8979146" y="2572785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3" name="Oval 1062">
              <a:extLst>
                <a:ext uri="{FF2B5EF4-FFF2-40B4-BE49-F238E27FC236}">
                  <a16:creationId id="{862A34C1-D974-764D-B9B6-67BD8C0C5C1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906173" y="2941447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1065" name="Oval 1064">
              <a:extLst>
                <a:ext uri="{FF2B5EF4-FFF2-40B4-BE49-F238E27FC236}">
                  <a16:creationId id="{2FFD42ED-CCD9-E945-B199-B97C105F514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763933" y="2799206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1066" name="Straight Connector 1065">
              <a:extLst>
                <a:ext uri="{FF2B5EF4-FFF2-40B4-BE49-F238E27FC236}">
                  <a16:creationId id="{063F7A04-061B-454F-9BEB-EE2C9F51B957}"/>
                </a:ext>
              </a:extLst>
            </p:cNvPr>
            <p:cNvCxnSpPr>
              <a:cxnSpLocks/>
            </p:cNvCxnSpPr>
            <p:nvPr/>
          </p:nvCxnSpPr>
          <p:spPr>
            <a:xfrm>
              <a:off x="8979146" y="2572785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7" name="Oval 1066">
              <a:extLst>
                <a:ext uri="{FF2B5EF4-FFF2-40B4-BE49-F238E27FC236}">
                  <a16:creationId id="{55AB806D-4AD1-2F48-A183-C708679A959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73027" y="292987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id="{66A49B94-1F56-7244-B8B5-7B0F1830933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988708" y="2998241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9" name="Oval 1068">
              <a:extLst>
                <a:ext uri="{FF2B5EF4-FFF2-40B4-BE49-F238E27FC236}">
                  <a16:creationId id="{B572F74B-3506-2245-B563-F348D32827C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0541" y="260971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0" name="Oval 1069">
              <a:extLst>
                <a:ext uri="{FF2B5EF4-FFF2-40B4-BE49-F238E27FC236}">
                  <a16:creationId id="{51003D1F-F981-D349-881B-2481E4A095B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746141" y="307138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1" name="Oval 1070">
              <a:extLst>
                <a:ext uri="{FF2B5EF4-FFF2-40B4-BE49-F238E27FC236}">
                  <a16:creationId id="{0C6D6C92-335F-584F-A1FE-FFC6B93D938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113993" y="285874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2" name="Oval 1071">
              <a:extLst>
                <a:ext uri="{FF2B5EF4-FFF2-40B4-BE49-F238E27FC236}">
                  <a16:creationId id="{3FE42F04-0D30-6D4C-9D9E-16DE6BBC9EE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1076" y="3318515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3" name="Oval 1072">
              <a:extLst>
                <a:ext uri="{FF2B5EF4-FFF2-40B4-BE49-F238E27FC236}">
                  <a16:creationId id="{DB965BB1-BC05-7041-8A98-55886541C23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46430" y="3070898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74" name="Oval 1073">
              <a:extLst>
                <a:ext uri="{FF2B5EF4-FFF2-40B4-BE49-F238E27FC236}">
                  <a16:creationId id="{9220CD6E-8CE2-FA4E-BF9A-57F2097E19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114452" y="2858495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75" name="Oval 1074">
              <a:extLst>
                <a:ext uri="{FF2B5EF4-FFF2-40B4-BE49-F238E27FC236}">
                  <a16:creationId id="{7CF0B51B-593A-E246-9626-7CE83CF379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0542" y="3317948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76" name="Oval 1075">
              <a:extLst>
                <a:ext uri="{FF2B5EF4-FFF2-40B4-BE49-F238E27FC236}">
                  <a16:creationId id="{026680AE-F4B1-6640-B1DF-73A7D9AABF2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89498" y="299803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077" name="Oval 1076">
              <a:extLst>
                <a:ext uri="{FF2B5EF4-FFF2-40B4-BE49-F238E27FC236}">
                  <a16:creationId id="{66396320-7AB0-1B40-A4E5-0F8DD1D455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73448" y="2929005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078" name="Oval 1077">
              <a:extLst>
                <a:ext uri="{FF2B5EF4-FFF2-40B4-BE49-F238E27FC236}">
                  <a16:creationId id="{40AD5AFF-6C68-994D-AFB2-52D5466EFC0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0560" y="261012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id="{FEDBA09D-6DB3-F897-6301-A490AD5FF4B1}"/>
              </a:ext>
            </a:extLst>
          </p:cNvPr>
          <p:cNvSpPr/>
          <p:nvPr/>
        </p:nvSpPr>
        <p:spPr>
          <a:xfrm>
            <a:off x="7874943" y="5852955"/>
            <a:ext cx="1432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 boson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reaction geometry</a:t>
            </a: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id="{96A54A8A-D836-A893-A854-F1B8BFE0A36A}"/>
              </a:ext>
            </a:extLst>
          </p:cNvPr>
          <p:cNvGrpSpPr/>
          <p:nvPr/>
        </p:nvGrpSpPr>
        <p:grpSpPr>
          <a:xfrm>
            <a:off x="10806357" y="4180444"/>
            <a:ext cx="1108495" cy="1284446"/>
            <a:chOff x="10750112" y="2150693"/>
            <a:chExt cx="1108495" cy="1284446"/>
          </a:xfrm>
        </p:grpSpPr>
        <p:sp>
          <p:nvSpPr>
            <p:cNvPr id="45" name="Oval 44">
              <a:extLst>
                <a:ext uri="{FF2B5EF4-FFF2-40B4-BE49-F238E27FC236}">
                  <a16:creationId id="{7DC810E3-007D-2D7E-4AE1-B17990467B1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233250" y="2722878"/>
              <a:ext cx="142220" cy="14222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46" name="Oval 45">
              <a:extLst>
                <a:ext uri="{FF2B5EF4-FFF2-40B4-BE49-F238E27FC236}">
                  <a16:creationId id="{A32E058A-D87E-824F-B2BE-2BB73F65AEE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948810" y="2438438"/>
              <a:ext cx="711100" cy="7111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id="{5BBF2F62-5847-170D-23EA-2C7AA749A4B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806590" y="2296218"/>
              <a:ext cx="995539" cy="995539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id="{A7647E63-960D-1153-EAFE-1CA1655139E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091030" y="2580658"/>
              <a:ext cx="426660" cy="4266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id="{D184C506-8818-2CDF-DD58-D2BA94B3A576}"/>
                </a:ext>
              </a:extLst>
            </p:cNvPr>
            <p:cNvCxnSpPr>
              <a:cxnSpLocks/>
            </p:cNvCxnSpPr>
            <p:nvPr/>
          </p:nvCxnSpPr>
          <p:spPr>
            <a:xfrm>
              <a:off x="10750112" y="2473993"/>
              <a:ext cx="1108495" cy="6399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id="{91C77623-C3AF-8B66-3877-B6D8C1A3DDBF}"/>
                </a:ext>
              </a:extLst>
            </p:cNvPr>
            <p:cNvCxnSpPr>
              <a:cxnSpLocks/>
            </p:cNvCxnSpPr>
            <p:nvPr/>
          </p:nvCxnSpPr>
          <p:spPr>
            <a:xfrm>
              <a:off x="11306212" y="2150693"/>
              <a:ext cx="0" cy="1284446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id="{B42F5114-DCEB-8C0D-415B-B4C97F76B6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2241" y="2473746"/>
              <a:ext cx="1104572" cy="64027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>
              <a:extLst>
                <a:ext uri="{FF2B5EF4-FFF2-40B4-BE49-F238E27FC236}">
                  <a16:creationId id="{1E258E39-DCAF-C569-F8E4-2C02A5DFB89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200108" y="2711310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id="{4E507BB9-1F49-4323-393C-12814BBDC41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315773" y="277966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id="{CD9A1EA0-0BB1-B56B-87F6-C3F67E18B95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687019" y="2993973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E74BE1C6-5F3B-E9AC-FFE7-310F3AF04D4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826234" y="249699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id="{7BDBEA8C-6D75-9FAC-3FCE-953E960CE98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324641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id="{307715C8-F4FB-4B75-DA01-7379810A50D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225246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id="{BB41DBFD-F4C8-57E4-3456-FB71799A9D37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688007" y="249897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id="{1705C54D-494C-1F1C-D791-272C888B270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827222" y="299594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id="{D8BE338D-AFF3-E2F2-607F-6F34619CC3A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7614" y="2391191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id="{E95C52E7-564A-9E60-C8FC-F85FDA6D276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073241" y="285279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id="{66B36A85-3F7D-88FE-9FBD-ADEC0E08DAA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441040" y="2640185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id="{B2CF4DA8-DE53-E4E9-7FD7-DDEC932FA8C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8149" y="309989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id="{46C558C9-5006-1523-E8D1-6C624CE8A35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6953" y="32471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id="{E015CD43-D29F-25F2-0EFE-613DD532FAB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6075" y="24963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id="{3F7BE51E-190F-FFE1-6046-2AC8190621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7557" y="299565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id="{3B01C558-44C3-B958-AC1C-FE7B6C348EC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073529" y="2852311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6" name="Oval 145">
              <a:extLst>
                <a:ext uri="{FF2B5EF4-FFF2-40B4-BE49-F238E27FC236}">
                  <a16:creationId id="{E1A92CD4-C4C2-3894-7096-0A551E8FD7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441499" y="263993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id="{92959A8F-5E5F-CEFC-0150-778C43467C8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15" y="3099325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id="{093AD873-7FDA-80F0-60DB-4F87A9BAE2B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316562" y="2779460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id="{2E170640-A099-5204-2573-6E214EF63A7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00530" y="2710438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id="{5D110441-3116-D157-A12D-2ACE78FD1AB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33" y="239160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2" name="Oval 181">
              <a:extLst>
                <a:ext uri="{FF2B5EF4-FFF2-40B4-BE49-F238E27FC236}">
                  <a16:creationId id="{E0EB77CD-BCD7-FFE7-F232-6922CC449B1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637" y="29935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id="{7D822108-FBA3-A218-99C1-E563688C5C6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941" y="22527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00" name="Oval 199">
              <a:extLst>
                <a:ext uri="{FF2B5EF4-FFF2-40B4-BE49-F238E27FC236}">
                  <a16:creationId id="{08F4D3CA-608D-D439-BAB6-74F0C5507B1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8007" y="249832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id="{C966BAEC-D044-AB80-B924-7ADA501BE948}"/>
              </a:ext>
            </a:extLst>
          </p:cNvPr>
          <p:cNvGrpSpPr/>
          <p:nvPr/>
        </p:nvGrpSpPr>
        <p:grpSpPr>
          <a:xfrm>
            <a:off x="9480848" y="4180500"/>
            <a:ext cx="1108654" cy="1284630"/>
            <a:chOff x="4908748" y="2150501"/>
            <a:chExt cx="1108654" cy="1284630"/>
          </a:xfrm>
        </p:grpSpPr>
        <p:sp>
          <p:nvSpPr>
            <p:cNvPr id="207" name="Oval 206">
              <a:extLst>
                <a:ext uri="{FF2B5EF4-FFF2-40B4-BE49-F238E27FC236}">
                  <a16:creationId id="{29AF3EBF-E2D8-9E64-5B2B-D732EF24216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391955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217" name="Oval 216">
              <a:extLst>
                <a:ext uri="{FF2B5EF4-FFF2-40B4-BE49-F238E27FC236}">
                  <a16:creationId id="{BC8664A3-4150-FE39-2372-40AF67AF1E6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107474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218" name="Oval 217">
              <a:extLst>
                <a:ext uri="{FF2B5EF4-FFF2-40B4-BE49-F238E27FC236}">
                  <a16:creationId id="{B9CF0953-6578-0031-7F04-2398FD06805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249715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id="{432E657B-DF2F-F080-520A-E23D763E37C7}"/>
                </a:ext>
              </a:extLst>
            </p:cNvPr>
            <p:cNvCxnSpPr>
              <a:cxnSpLocks/>
            </p:cNvCxnSpPr>
            <p:nvPr/>
          </p:nvCxnSpPr>
          <p:spPr>
            <a:xfrm>
              <a:off x="4908748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id="{11881ABD-08DA-09FD-65ED-E6408E00B661}"/>
                </a:ext>
              </a:extLst>
            </p:cNvPr>
            <p:cNvCxnSpPr>
              <a:cxnSpLocks/>
            </p:cNvCxnSpPr>
            <p:nvPr/>
          </p:nvCxnSpPr>
          <p:spPr>
            <a:xfrm>
              <a:off x="5464928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id="{6D6BFCE1-8B97-5D31-C1A0-6F6A99BE90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0878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Oval 237">
              <a:extLst>
                <a:ext uri="{FF2B5EF4-FFF2-40B4-BE49-F238E27FC236}">
                  <a16:creationId id="{58296C48-7488-F250-E709-51A589B88B4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358809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1" name="Oval 240">
              <a:extLst>
                <a:ext uri="{FF2B5EF4-FFF2-40B4-BE49-F238E27FC236}">
                  <a16:creationId id="{6CA42ACB-338D-2334-2D44-C6FFD4AAA39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474490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2" name="Oval 241">
              <a:extLst>
                <a:ext uri="{FF2B5EF4-FFF2-40B4-BE49-F238E27FC236}">
                  <a16:creationId id="{77B89B97-07EC-CFDB-7ABF-8C8F63F8F5F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845790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2" name="Oval 251">
              <a:extLst>
                <a:ext uri="{FF2B5EF4-FFF2-40B4-BE49-F238E27FC236}">
                  <a16:creationId id="{FDCB23DC-2301-3FD8-E245-97A64919998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984881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3" name="Oval 252">
              <a:extLst>
                <a:ext uri="{FF2B5EF4-FFF2-40B4-BE49-F238E27FC236}">
                  <a16:creationId id="{9B88022F-6B77-C52D-6D15-884971770F32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5416324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id="{2DFAD84C-10A1-41C1-F258-F78221ED435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5416324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1" name="Oval 270">
              <a:extLst>
                <a:ext uri="{FF2B5EF4-FFF2-40B4-BE49-F238E27FC236}">
                  <a16:creationId id="{D465D987-F178-3148-DBE4-4F6483AFF8B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846778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8" name="Oval 277">
              <a:extLst>
                <a:ext uri="{FF2B5EF4-FFF2-40B4-BE49-F238E27FC236}">
                  <a16:creationId id="{7B3789CB-7A33-D54D-9BC3-939DF15AAB9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985869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9" name="Oval 278">
              <a:extLst>
                <a:ext uri="{FF2B5EF4-FFF2-40B4-BE49-F238E27FC236}">
                  <a16:creationId id="{560ADF9C-7BAE-4401-9941-9A0DB9E19F4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416323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id="{1290E4F9-112F-53BD-0442-775539BCF49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231923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id="{A9B0E450-6BBF-27DD-42D8-40B88ACA2672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599775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2" name="Oval 281">
              <a:extLst>
                <a:ext uri="{FF2B5EF4-FFF2-40B4-BE49-F238E27FC236}">
                  <a16:creationId id="{E40B1F4D-A5B2-8EE9-2E0A-24C049C220A8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416858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3" name="Oval 282">
              <a:extLst>
                <a:ext uri="{FF2B5EF4-FFF2-40B4-BE49-F238E27FC236}">
                  <a16:creationId id="{4473CD25-69F1-3F12-CB65-9E5ADD55F32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45790" y="299390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84" name="Oval 283">
              <a:extLst>
                <a:ext uri="{FF2B5EF4-FFF2-40B4-BE49-F238E27FC236}">
                  <a16:creationId id="{BE5D2717-77B2-9339-E3AD-BBE4B7B035D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5743" y="225258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85" name="Oval 284">
              <a:extLst>
                <a:ext uri="{FF2B5EF4-FFF2-40B4-BE49-F238E27FC236}">
                  <a16:creationId id="{08ED21CE-D9B6-65DC-2AE0-E52E559A78A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5662" y="324711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95" name="Oval 294">
              <a:extLst>
                <a:ext uri="{FF2B5EF4-FFF2-40B4-BE49-F238E27FC236}">
                  <a16:creationId id="{D5172D7A-2AC3-5BB8-B168-66F12BD1A2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84722" y="249621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id="{9058D5F5-441A-9C02-5A63-DC9845B5831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46778" y="2498833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13" name="Oval 312">
              <a:extLst>
                <a:ext uri="{FF2B5EF4-FFF2-40B4-BE49-F238E27FC236}">
                  <a16:creationId id="{BDE2A9FF-CA99-9844-4344-62735443E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86204" y="299558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14" name="Oval 313">
              <a:extLst>
                <a:ext uri="{FF2B5EF4-FFF2-40B4-BE49-F238E27FC236}">
                  <a16:creationId id="{8BF833AF-5EE8-4608-1914-9C3A909BB8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2212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15" name="Oval 314">
              <a:extLst>
                <a:ext uri="{FF2B5EF4-FFF2-40B4-BE49-F238E27FC236}">
                  <a16:creationId id="{1DEDE5B4-045A-34E4-8B85-E2C1F171938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00234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16" name="Oval 315">
              <a:extLst>
                <a:ext uri="{FF2B5EF4-FFF2-40B4-BE49-F238E27FC236}">
                  <a16:creationId id="{397A115D-7073-0C3F-EEDD-84A376E92FB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6324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17" name="Oval 316">
              <a:extLst>
                <a:ext uri="{FF2B5EF4-FFF2-40B4-BE49-F238E27FC236}">
                  <a16:creationId id="{28C58D78-3C48-C51C-918A-EC86CAC670B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75280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24" name="Oval 323">
              <a:extLst>
                <a:ext uri="{FF2B5EF4-FFF2-40B4-BE49-F238E27FC236}">
                  <a16:creationId id="{A08FD4AE-BA73-2DCB-5302-4ACE64321D1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359230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25" name="Oval 324">
              <a:extLst>
                <a:ext uri="{FF2B5EF4-FFF2-40B4-BE49-F238E27FC236}">
                  <a16:creationId id="{253EA3F6-EFBD-0EB3-C4E5-47C534492F6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416342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id="{93BE2F4B-A36A-1E1C-2BEF-B611463CB464}"/>
              </a:ext>
            </a:extLst>
          </p:cNvPr>
          <p:cNvGrpSpPr/>
          <p:nvPr/>
        </p:nvGrpSpPr>
        <p:grpSpPr>
          <a:xfrm>
            <a:off x="10806357" y="2848609"/>
            <a:ext cx="1108495" cy="1284446"/>
            <a:chOff x="10750112" y="2150693"/>
            <a:chExt cx="1108495" cy="1284446"/>
          </a:xfrm>
        </p:grpSpPr>
        <p:sp>
          <p:nvSpPr>
            <p:cNvPr id="327" name="Oval 326">
              <a:extLst>
                <a:ext uri="{FF2B5EF4-FFF2-40B4-BE49-F238E27FC236}">
                  <a16:creationId id="{A36BDB75-6ABD-EE2C-4AF7-DCBF46A1FAB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233250" y="2722878"/>
              <a:ext cx="142220" cy="14222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328" name="Oval 327">
              <a:extLst>
                <a:ext uri="{FF2B5EF4-FFF2-40B4-BE49-F238E27FC236}">
                  <a16:creationId id="{4AF700CF-7263-B896-D8E0-5B27040C3998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948810" y="2438438"/>
              <a:ext cx="711100" cy="7111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331" name="Oval 330">
              <a:extLst>
                <a:ext uri="{FF2B5EF4-FFF2-40B4-BE49-F238E27FC236}">
                  <a16:creationId id="{645B0DD9-B3A2-D1C5-5521-DDD91A426DF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0806590" y="2296218"/>
              <a:ext cx="995539" cy="995539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333" name="Oval 332">
              <a:extLst>
                <a:ext uri="{FF2B5EF4-FFF2-40B4-BE49-F238E27FC236}">
                  <a16:creationId id="{2BC9EFB3-1546-1C65-5CF0-0FCACDF2257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1091030" y="2580658"/>
              <a:ext cx="426660" cy="4266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335" name="Straight Connector 334">
              <a:extLst>
                <a:ext uri="{FF2B5EF4-FFF2-40B4-BE49-F238E27FC236}">
                  <a16:creationId id="{492EA374-B30F-0B56-6FFE-DE82988A10DF}"/>
                </a:ext>
              </a:extLst>
            </p:cNvPr>
            <p:cNvCxnSpPr>
              <a:cxnSpLocks/>
            </p:cNvCxnSpPr>
            <p:nvPr/>
          </p:nvCxnSpPr>
          <p:spPr>
            <a:xfrm>
              <a:off x="10750112" y="2473993"/>
              <a:ext cx="1108495" cy="6399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id="{CAAEF2F4-47F5-5148-1B51-E7BA56A4D6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06212" y="2150693"/>
              <a:ext cx="0" cy="1284446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id="{B1445B94-4922-3ACF-1C25-5ECEA603DB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2241" y="2473746"/>
              <a:ext cx="1104572" cy="64027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Oval 339">
              <a:extLst>
                <a:ext uri="{FF2B5EF4-FFF2-40B4-BE49-F238E27FC236}">
                  <a16:creationId id="{36D3AF5E-1518-BBAC-A993-8440F5826B0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200108" y="2711310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1" name="Oval 340">
              <a:extLst>
                <a:ext uri="{FF2B5EF4-FFF2-40B4-BE49-F238E27FC236}">
                  <a16:creationId id="{BC0A12C1-6C3C-269E-D3EB-D3B8CCAAEF1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315773" y="277966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2" name="Oval 341">
              <a:extLst>
                <a:ext uri="{FF2B5EF4-FFF2-40B4-BE49-F238E27FC236}">
                  <a16:creationId id="{AF7EF077-F40B-432B-B34E-650923E6D67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1687019" y="2993973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3" name="Oval 342">
              <a:extLst>
                <a:ext uri="{FF2B5EF4-FFF2-40B4-BE49-F238E27FC236}">
                  <a16:creationId id="{15C2C63B-E0D0-D63E-32D8-E48B90176D4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826234" y="249699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8" name="Oval 347">
              <a:extLst>
                <a:ext uri="{FF2B5EF4-FFF2-40B4-BE49-F238E27FC236}">
                  <a16:creationId id="{B3BAAED4-073C-58D6-96C0-6BE14137263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324641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9" name="Oval 348">
              <a:extLst>
                <a:ext uri="{FF2B5EF4-FFF2-40B4-BE49-F238E27FC236}">
                  <a16:creationId id="{8B19852A-FFAC-C976-0AFF-B0979353D4A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1257615" y="225246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0" name="Oval 349">
              <a:extLst>
                <a:ext uri="{FF2B5EF4-FFF2-40B4-BE49-F238E27FC236}">
                  <a16:creationId id="{C1E42EF8-B907-A1A6-901E-50758E82344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688007" y="249897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1" name="Oval 350">
              <a:extLst>
                <a:ext uri="{FF2B5EF4-FFF2-40B4-BE49-F238E27FC236}">
                  <a16:creationId id="{3A1610B4-A513-6731-90B3-8AB006FCCF1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827222" y="2995949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2" name="Oval 351">
              <a:extLst>
                <a:ext uri="{FF2B5EF4-FFF2-40B4-BE49-F238E27FC236}">
                  <a16:creationId id="{0B1FCC17-483D-875B-E501-E458F7B95E2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7614" y="2391191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3" name="Oval 352">
              <a:extLst>
                <a:ext uri="{FF2B5EF4-FFF2-40B4-BE49-F238E27FC236}">
                  <a16:creationId id="{003A3632-4BB4-2E71-39A2-F176D5D9B25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073241" y="2852794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4" name="Oval 353">
              <a:extLst>
                <a:ext uri="{FF2B5EF4-FFF2-40B4-BE49-F238E27FC236}">
                  <a16:creationId id="{9501551A-FED0-A850-EA4A-1ECED9C8E91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1441040" y="2640185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5" name="Oval 354">
              <a:extLst>
                <a:ext uri="{FF2B5EF4-FFF2-40B4-BE49-F238E27FC236}">
                  <a16:creationId id="{E7CB550D-2B17-2691-B971-94076BB0941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1258149" y="3099892"/>
              <a:ext cx="94813" cy="94813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id="{24C2C81B-6CDD-1FE9-75B2-C7B81D3AB37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6953" y="32471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57" name="Oval 356">
              <a:extLst>
                <a:ext uri="{FF2B5EF4-FFF2-40B4-BE49-F238E27FC236}">
                  <a16:creationId id="{A0B95D95-3BE6-4890-4DB1-1BB14E3F06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6075" y="2496353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61" name="Oval 360">
              <a:extLst>
                <a:ext uri="{FF2B5EF4-FFF2-40B4-BE49-F238E27FC236}">
                  <a16:creationId id="{4AB915CB-8F2E-6F78-BF65-77EE975363F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827557" y="299565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62" name="Oval 361">
              <a:extLst>
                <a:ext uri="{FF2B5EF4-FFF2-40B4-BE49-F238E27FC236}">
                  <a16:creationId id="{408107A0-C1CA-144C-8253-8CB2B3CFB38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073529" y="2852311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63" name="Oval 362">
              <a:extLst>
                <a:ext uri="{FF2B5EF4-FFF2-40B4-BE49-F238E27FC236}">
                  <a16:creationId id="{D8528265-A961-FA88-B533-D1ECF04BB3C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441499" y="263993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64" name="Oval 363">
              <a:extLst>
                <a:ext uri="{FF2B5EF4-FFF2-40B4-BE49-F238E27FC236}">
                  <a16:creationId id="{D210C790-7583-C12C-53B3-F3BD05B5FFD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15" y="3099325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id="{46BE5151-A300-DA9C-A4E0-66953FDF497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316562" y="2779460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66" name="Oval 365">
              <a:extLst>
                <a:ext uri="{FF2B5EF4-FFF2-40B4-BE49-F238E27FC236}">
                  <a16:creationId id="{82982E5C-B503-0FA2-8EBC-C29F22FB8A2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00530" y="2710438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70" name="Oval 369">
              <a:extLst>
                <a:ext uri="{FF2B5EF4-FFF2-40B4-BE49-F238E27FC236}">
                  <a16:creationId id="{FBDE8C87-6039-CE77-04DF-D08CDF4D41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633" y="239160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id="{F2583DD7-1FA7-0DB2-2BD0-C7030C64233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7637" y="29935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81" name="Oval 380">
              <a:extLst>
                <a:ext uri="{FF2B5EF4-FFF2-40B4-BE49-F238E27FC236}">
                  <a16:creationId id="{27F5EFD1-A512-A459-ADDE-2FAE00DB028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57941" y="2252747"/>
              <a:ext cx="94813" cy="94813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82" name="Oval 381">
              <a:extLst>
                <a:ext uri="{FF2B5EF4-FFF2-40B4-BE49-F238E27FC236}">
                  <a16:creationId id="{1D95CE45-12D1-3E19-963C-2A74AF0DD8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688007" y="2498328"/>
              <a:ext cx="94813" cy="94813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530" name="Group 529">
            <a:extLst>
              <a:ext uri="{FF2B5EF4-FFF2-40B4-BE49-F238E27FC236}">
                <a16:creationId id="{78BFB761-351D-A6D3-F00F-D1AA25ADF4F9}"/>
              </a:ext>
            </a:extLst>
          </p:cNvPr>
          <p:cNvGrpSpPr/>
          <p:nvPr/>
        </p:nvGrpSpPr>
        <p:grpSpPr>
          <a:xfrm>
            <a:off x="9480848" y="2848545"/>
            <a:ext cx="1108654" cy="1284630"/>
            <a:chOff x="1824719" y="2150501"/>
            <a:chExt cx="1108654" cy="1284630"/>
          </a:xfrm>
        </p:grpSpPr>
        <p:sp>
          <p:nvSpPr>
            <p:cNvPr id="535" name="Oval 534">
              <a:extLst>
                <a:ext uri="{FF2B5EF4-FFF2-40B4-BE49-F238E27FC236}">
                  <a16:creationId id="{8E584F20-99F1-64DB-475A-EDEA921FB404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307926" y="2722769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536" name="Oval 535">
              <a:extLst>
                <a:ext uri="{FF2B5EF4-FFF2-40B4-BE49-F238E27FC236}">
                  <a16:creationId id="{BE1C60B2-8A76-1A94-D9E6-4CF23E21A7A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023445" y="2438288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sp>
          <p:nvSpPr>
            <p:cNvPr id="537" name="Oval 536">
              <a:extLst>
                <a:ext uri="{FF2B5EF4-FFF2-40B4-BE49-F238E27FC236}">
                  <a16:creationId id="{80649577-DE28-303A-1D26-98A19930A34D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165686" y="2580528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538" name="Straight Connector 537">
              <a:extLst>
                <a:ext uri="{FF2B5EF4-FFF2-40B4-BE49-F238E27FC236}">
                  <a16:creationId id="{C007B802-8CFB-5B45-DD9B-2C7BB9C4F440}"/>
                </a:ext>
              </a:extLst>
            </p:cNvPr>
            <p:cNvCxnSpPr>
              <a:cxnSpLocks/>
            </p:cNvCxnSpPr>
            <p:nvPr/>
          </p:nvCxnSpPr>
          <p:spPr>
            <a:xfrm>
              <a:off x="1824719" y="2473848"/>
              <a:ext cx="1108654" cy="64008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id="{AA87CCD9-F58F-49B8-AE6F-4A018B4997FC}"/>
                </a:ext>
              </a:extLst>
            </p:cNvPr>
            <p:cNvCxnSpPr>
              <a:cxnSpLocks/>
            </p:cNvCxnSpPr>
            <p:nvPr/>
          </p:nvCxnSpPr>
          <p:spPr>
            <a:xfrm>
              <a:off x="2380899" y="2150501"/>
              <a:ext cx="0" cy="12846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id="{9B00D3D8-22C0-DD50-0A54-0AA55B048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6849" y="2473601"/>
              <a:ext cx="1104730" cy="64036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Oval 540">
              <a:extLst>
                <a:ext uri="{FF2B5EF4-FFF2-40B4-BE49-F238E27FC236}">
                  <a16:creationId id="{575742A1-B9F4-D764-A3D9-457C42508B4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274780" y="271119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4" name="Oval 543">
              <a:extLst>
                <a:ext uri="{FF2B5EF4-FFF2-40B4-BE49-F238E27FC236}">
                  <a16:creationId id="{473D08DE-AA5C-0796-24AD-DCFDDEB9589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390461" y="277956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5" name="Oval 544">
              <a:extLst>
                <a:ext uri="{FF2B5EF4-FFF2-40B4-BE49-F238E27FC236}">
                  <a16:creationId id="{27A5EFF9-FB68-B962-EE92-9E49D19D0BD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761761" y="299390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5" name="Oval 554">
              <a:extLst>
                <a:ext uri="{FF2B5EF4-FFF2-40B4-BE49-F238E27FC236}">
                  <a16:creationId id="{CD871834-9DBF-C157-37F7-6A758ACCDBE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900852" y="249685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6" name="Oval 555">
              <a:extLst>
                <a:ext uri="{FF2B5EF4-FFF2-40B4-BE49-F238E27FC236}">
                  <a16:creationId id="{8BEC18F2-18EF-4034-2514-EA173217C1E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332295" y="3246378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4" name="Oval 573">
              <a:extLst>
                <a:ext uri="{FF2B5EF4-FFF2-40B4-BE49-F238E27FC236}">
                  <a16:creationId id="{091CE47D-DA7F-440C-1DFA-FBB2AC9CD54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332295" y="2252286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5" name="Oval 574">
              <a:extLst>
                <a:ext uri="{FF2B5EF4-FFF2-40B4-BE49-F238E27FC236}">
                  <a16:creationId id="{F6BE2F68-6482-8F30-0BFA-3D5AFA0B0047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762749" y="2498833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1" name="Oval 580">
              <a:extLst>
                <a:ext uri="{FF2B5EF4-FFF2-40B4-BE49-F238E27FC236}">
                  <a16:creationId id="{46024E5A-5891-A7DD-3510-D5BE7253504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901840" y="2995879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4" name="Oval 583">
              <a:extLst>
                <a:ext uri="{FF2B5EF4-FFF2-40B4-BE49-F238E27FC236}">
                  <a16:creationId id="{752A7A84-3FDE-3983-E3DF-500526B573C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332294" y="239103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8" name="Oval 587">
              <a:extLst>
                <a:ext uri="{FF2B5EF4-FFF2-40B4-BE49-F238E27FC236}">
                  <a16:creationId id="{8C7F32CC-FCE6-8096-0A9A-1B9DB58693E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147894" y="285270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9" name="Oval 588">
              <a:extLst>
                <a:ext uri="{FF2B5EF4-FFF2-40B4-BE49-F238E27FC236}">
                  <a16:creationId id="{4B94D540-5D71-4DD1-15DC-EC5E00DB757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515746" y="2640064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9" name="Oval 598">
              <a:extLst>
                <a:ext uri="{FF2B5EF4-FFF2-40B4-BE49-F238E27FC236}">
                  <a16:creationId id="{FD5104BF-1A47-1CC0-1D29-845C27913E4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332829" y="309983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0" name="Oval 599">
              <a:extLst>
                <a:ext uri="{FF2B5EF4-FFF2-40B4-BE49-F238E27FC236}">
                  <a16:creationId id="{048B66ED-FF3F-A068-8169-5108D9E9569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761761" y="299390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02" name="Oval 601">
              <a:extLst>
                <a:ext uri="{FF2B5EF4-FFF2-40B4-BE49-F238E27FC236}">
                  <a16:creationId id="{A86C8E90-DC5A-400E-C4AA-E5A4E0B4A45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762749" y="249883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id="{5E6D6D35-9A78-CEE7-86BD-B9F14C5D582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620" y="324609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0" name="Oval 609">
              <a:extLst>
                <a:ext uri="{FF2B5EF4-FFF2-40B4-BE49-F238E27FC236}">
                  <a16:creationId id="{9FA09C91-A7EA-25D8-8AFE-556B019334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00852" y="249694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1" name="Oval 610">
              <a:extLst>
                <a:ext uri="{FF2B5EF4-FFF2-40B4-BE49-F238E27FC236}">
                  <a16:creationId id="{98994B12-6295-8C7D-10F5-2460BBEBA1A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511" y="2252123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4" name="Oval 613">
              <a:extLst>
                <a:ext uri="{FF2B5EF4-FFF2-40B4-BE49-F238E27FC236}">
                  <a16:creationId id="{2DE639DA-B326-A36D-F028-3250FFDA53D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902175" y="2994891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5" name="Oval 614">
              <a:extLst>
                <a:ext uri="{FF2B5EF4-FFF2-40B4-BE49-F238E27FC236}">
                  <a16:creationId id="{7656557C-828F-1BAC-774A-0B89447C3A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148183" y="285222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id="{B75AA8DC-909C-6518-E89E-E1EE8DAB30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516205" y="263981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18" name="Oval 617">
              <a:extLst>
                <a:ext uri="{FF2B5EF4-FFF2-40B4-BE49-F238E27FC236}">
                  <a16:creationId id="{3D3033BA-20C6-639B-FFE4-6D62C157A5E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295" y="3099270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id="{B6D33290-1D5A-78F2-AC37-9D186EED07D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91251" y="277935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28" name="Oval 627">
              <a:extLst>
                <a:ext uri="{FF2B5EF4-FFF2-40B4-BE49-F238E27FC236}">
                  <a16:creationId id="{FE6AEB13-7D50-E030-4F90-5A114631F18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75201" y="2710327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29" name="Oval 628">
              <a:extLst>
                <a:ext uri="{FF2B5EF4-FFF2-40B4-BE49-F238E27FC236}">
                  <a16:creationId id="{D3425408-1BA5-3941-07B3-26CB03BAA75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332313" y="2391451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643" name="Group 642">
            <a:extLst>
              <a:ext uri="{FF2B5EF4-FFF2-40B4-BE49-F238E27FC236}">
                <a16:creationId id="{32AEB244-1B3A-3A48-A26E-86763B29F3B5}"/>
              </a:ext>
            </a:extLst>
          </p:cNvPr>
          <p:cNvGrpSpPr/>
          <p:nvPr/>
        </p:nvGrpSpPr>
        <p:grpSpPr>
          <a:xfrm>
            <a:off x="9596466" y="1923801"/>
            <a:ext cx="877419" cy="877419"/>
            <a:chOff x="8540436" y="2572785"/>
            <a:chExt cx="877419" cy="877419"/>
          </a:xfrm>
        </p:grpSpPr>
        <p:sp>
          <p:nvSpPr>
            <p:cNvPr id="644" name="Oval 643">
              <a:extLst>
                <a:ext uri="{FF2B5EF4-FFF2-40B4-BE49-F238E27FC236}">
                  <a16:creationId id="{EA4606D9-DDA9-E1A1-76C9-7BE09952CE7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21692" y="2656966"/>
              <a:ext cx="711202" cy="711202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b="1" dirty="0"/>
            </a:p>
          </p:txBody>
        </p:sp>
        <p:cxnSp>
          <p:nvCxnSpPr>
            <p:cNvPr id="646" name="Straight Connector 645">
              <a:extLst>
                <a:ext uri="{FF2B5EF4-FFF2-40B4-BE49-F238E27FC236}">
                  <a16:creationId id="{5EB8F7B3-084E-0E49-0313-CFF0E89AC0BB}"/>
                </a:ext>
              </a:extLst>
            </p:cNvPr>
            <p:cNvCxnSpPr>
              <a:cxnSpLocks/>
            </p:cNvCxnSpPr>
            <p:nvPr/>
          </p:nvCxnSpPr>
          <p:spPr>
            <a:xfrm rot="18000000">
              <a:off x="8979146" y="2578258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>
              <a:extLst>
                <a:ext uri="{FF2B5EF4-FFF2-40B4-BE49-F238E27FC236}">
                  <a16:creationId id="{CCE9C443-3625-9735-0AD5-570925CE9C76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8979146" y="2572785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4" name="Oval 653">
              <a:extLst>
                <a:ext uri="{FF2B5EF4-FFF2-40B4-BE49-F238E27FC236}">
                  <a16:creationId id="{9A4A03CF-C8F0-8BF1-8C65-39AD2DD4114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906173" y="2941447"/>
              <a:ext cx="142240" cy="14224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sp>
          <p:nvSpPr>
            <p:cNvPr id="655" name="Oval 654">
              <a:extLst>
                <a:ext uri="{FF2B5EF4-FFF2-40B4-BE49-F238E27FC236}">
                  <a16:creationId id="{D791B00A-2999-2E1A-FD88-6C21B6DB526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763933" y="2799206"/>
              <a:ext cx="426721" cy="426721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/>
            </a:p>
          </p:txBody>
        </p:sp>
        <p:cxnSp>
          <p:nvCxnSpPr>
            <p:cNvPr id="658" name="Straight Connector 657">
              <a:extLst>
                <a:ext uri="{FF2B5EF4-FFF2-40B4-BE49-F238E27FC236}">
                  <a16:creationId id="{5136B007-18DB-C505-AE9E-6F196304E435}"/>
                </a:ext>
              </a:extLst>
            </p:cNvPr>
            <p:cNvCxnSpPr>
              <a:cxnSpLocks/>
            </p:cNvCxnSpPr>
            <p:nvPr/>
          </p:nvCxnSpPr>
          <p:spPr>
            <a:xfrm>
              <a:off x="8979146" y="2572785"/>
              <a:ext cx="0" cy="8774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9" name="Oval 658">
              <a:extLst>
                <a:ext uri="{FF2B5EF4-FFF2-40B4-BE49-F238E27FC236}">
                  <a16:creationId id="{6D355DF4-9BE7-F7DB-F326-1A8CBE9AE71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73027" y="2929877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1" name="Oval 660">
              <a:extLst>
                <a:ext uri="{FF2B5EF4-FFF2-40B4-BE49-F238E27FC236}">
                  <a16:creationId id="{D8864600-EE20-BCFA-8D9F-1432F510F38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988708" y="2998241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id="{03FED9C1-3867-F606-AAEE-E472A4BA2BA9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0541" y="260971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6" name="Oval 665">
              <a:extLst>
                <a:ext uri="{FF2B5EF4-FFF2-40B4-BE49-F238E27FC236}">
                  <a16:creationId id="{FEB1C4A9-BD85-0F93-43A2-CA44C200585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746141" y="307138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7" name="Oval 666">
              <a:extLst>
                <a:ext uri="{FF2B5EF4-FFF2-40B4-BE49-F238E27FC236}">
                  <a16:creationId id="{6FBC2C4E-BE2B-F51E-48F9-7D4B8BB37E2A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113993" y="2858742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3" name="Oval 672">
              <a:extLst>
                <a:ext uri="{FF2B5EF4-FFF2-40B4-BE49-F238E27FC236}">
                  <a16:creationId id="{C7349B79-202D-C529-A67E-970A09CB14A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1076" y="3318515"/>
              <a:ext cx="94827" cy="94827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1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4" name="Oval 673">
              <a:extLst>
                <a:ext uri="{FF2B5EF4-FFF2-40B4-BE49-F238E27FC236}">
                  <a16:creationId id="{929902A9-917B-59A7-B3E8-E811BD96281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46430" y="3070898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84" name="Oval 683">
              <a:extLst>
                <a:ext uri="{FF2B5EF4-FFF2-40B4-BE49-F238E27FC236}">
                  <a16:creationId id="{B9174D66-E815-2E45-84AF-7A6457EC58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114452" y="2858495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85" name="Oval 684">
              <a:extLst>
                <a:ext uri="{FF2B5EF4-FFF2-40B4-BE49-F238E27FC236}">
                  <a16:creationId id="{CB2E0B25-CF23-6ED7-14D7-8596D6CE075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0542" y="3317948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87" name="Oval 686">
              <a:extLst>
                <a:ext uri="{FF2B5EF4-FFF2-40B4-BE49-F238E27FC236}">
                  <a16:creationId id="{0E3720CA-9787-5DA6-12C5-5B37FE825C7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89498" y="2998037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96" name="Oval 695">
              <a:extLst>
                <a:ext uri="{FF2B5EF4-FFF2-40B4-BE49-F238E27FC236}">
                  <a16:creationId id="{5CB6E58E-C9B0-6394-FF7B-17F5F8F89CF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73448" y="2929005"/>
              <a:ext cx="94827" cy="94827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00" name="Oval 699">
              <a:extLst>
                <a:ext uri="{FF2B5EF4-FFF2-40B4-BE49-F238E27FC236}">
                  <a16:creationId id="{703048C2-5A06-F09A-5C45-7C1929DB712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0560" y="2610129"/>
              <a:ext cx="94827" cy="94827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1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703" name="Rectangle 702">
            <a:extLst>
              <a:ext uri="{FF2B5EF4-FFF2-40B4-BE49-F238E27FC236}">
                <a16:creationId id="{FAA60087-EE54-F56B-8761-5A5FB72737AA}"/>
              </a:ext>
            </a:extLst>
          </p:cNvPr>
          <p:cNvSpPr/>
          <p:nvPr/>
        </p:nvSpPr>
        <p:spPr>
          <a:xfrm>
            <a:off x="8181878" y="1901238"/>
            <a:ext cx="8467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BOSONS</a:t>
            </a:r>
          </a:p>
        </p:txBody>
      </p:sp>
      <p:sp>
        <p:nvSpPr>
          <p:cNvPr id="151" name="Oval 150">
            <a:extLst>
              <a:ext uri="{FF2B5EF4-FFF2-40B4-BE49-F238E27FC236}">
                <a16:creationId id="{81D92602-9370-3443-AAA4-99F7CD6F13DB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60996" y="756762"/>
            <a:ext cx="94827" cy="9482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9144" tIns="0" rIns="0" bIns="82296" rtlCol="0" anchor="ctr">
            <a:no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id="{DBBF8866-37F6-D6D5-06E6-A34A9E80AFBA}"/>
              </a:ext>
            </a:extLst>
          </p:cNvPr>
          <p:cNvSpPr/>
          <p:nvPr/>
        </p:nvSpPr>
        <p:spPr>
          <a:xfrm rot="2340000">
            <a:off x="414979" y="2166875"/>
            <a:ext cx="1232730" cy="90934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graviton</a:t>
            </a:r>
            <a:endParaRPr lang="en-US" sz="1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id="{17340738-50A3-C7B1-F229-4C63A5569E03}"/>
              </a:ext>
            </a:extLst>
          </p:cNvPr>
          <p:cNvSpPr/>
          <p:nvPr/>
        </p:nvSpPr>
        <p:spPr>
          <a:xfrm rot="2340000">
            <a:off x="395344" y="3672777"/>
            <a:ext cx="1232730" cy="90934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Higgs</a:t>
            </a:r>
            <a:endParaRPr lang="en-US" sz="1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id="{711DA173-7E64-FD12-20C7-CE868CEFE39D}"/>
              </a:ext>
            </a:extLst>
          </p:cNvPr>
          <p:cNvSpPr/>
          <p:nvPr/>
        </p:nvSpPr>
        <p:spPr>
          <a:xfrm rot="2340000">
            <a:off x="412125" y="5260424"/>
            <a:ext cx="1232730" cy="90934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3110"/>
              </a:avLst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Primal Binary</a:t>
            </a:r>
            <a:endParaRPr lang="en-US" sz="1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79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583406679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DEAA16AD-5255-730C-ED48-50C0A0607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369F6C0-6861-371B-1E5F-E2E09EC6E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57" y="1"/>
            <a:ext cx="11784587" cy="9144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Causality, Locality, Unitarity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id="{7243CF15-8651-2656-7DE0-000A42DF0884}"/>
              </a:ext>
            </a:extLst>
          </p:cNvPr>
          <p:cNvSpPr txBox="1">
            <a:spLocks/>
          </p:cNvSpPr>
          <p:nvPr/>
        </p:nvSpPr>
        <p:spPr>
          <a:xfrm>
            <a:off x="533720" y="1074123"/>
            <a:ext cx="11204988" cy="5311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‘t Hooft: “The quantum mechanical theory describing relativistic, subatomic particles is called quantum field theory and it obeys fundamental conditions such as causality, locality and unitarity”</a:t>
            </a:r>
          </a:p>
          <a:p>
            <a:pPr lvl="1">
              <a:lnSpc>
                <a:spcPct val="80000"/>
              </a:lnSpc>
            </a:pPr>
            <a:r>
              <a:rPr lang="en-US" sz="1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Yet, quantum field theory is absent any model of spacetime assemblies much less standard model particle assemblies.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Causality: All action in the architrino universe is causal, with a travel delay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Locality: In the architrino universe, locality is arbitrary and selected for the problem niche</a:t>
            </a:r>
          </a:p>
          <a:p>
            <a:pPr>
              <a:lnSpc>
                <a:spcPct val="80000"/>
              </a:lnSpc>
            </a:pPr>
            <a:r>
              <a:rPr lang="en-US" sz="18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“Unitarity ensures that the sum of probabilities for all possible outcomes of a quantum event equals one. This principle ensures that information isn't lost during particle interactions, keeping the system consistent over time. It's a fundamental concept that keeps our equations and models reflecting reality.” h/t copilot</a:t>
            </a:r>
            <a:endParaRPr lang="en-US" sz="1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Unitarity descends from the properties of architrinos,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follow a continuous path in 3D space with forward moving time (modeled as R4)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are immutable, which implies their provenance in reactions.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are the only agents involved in energy change.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Energy change results from path dependent action experienced with a travel time delay.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system is not a synchronous transactional system.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system is asynchronous with delayed continuous update. 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 performed on a architrino accelerates it on the potential surface in R4, 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potential surface is a superposition so we can decompose at will.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 changes the energy of the architrino (both net PE and net KE).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079415218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318"/>
            <a:ext cx="10515600" cy="7778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Noether Energy Conservation Core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85225" y="6481381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B76CEB99-BA5E-91DC-290F-2E57AD31BBDB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27" name="Oval 26">
              <a:extLst>
                <a:ext uri="{FF2B5EF4-FFF2-40B4-BE49-F238E27FC236}">
                  <a16:creationId id="{177B3BCB-D82C-E84C-9991-CE693E895CA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id="{5D9E1FD4-330D-3B4F-A764-B00628290EB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id="{3D797F7D-C83C-D742-9FC8-0BE013F59B4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id="{29D26BB5-DDB3-0A45-B9F6-FD176EE0C29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id="{793C31BC-F83F-CF48-B20A-A672F362EA0E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id="{E1C5B36E-FC76-B141-89FC-2F217486F2E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id="{589C181E-0DC7-AA4B-B69E-4D3A64253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id="{1B4CC914-0A26-D941-9BC5-A962E3AE877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id="{7CF8744D-9519-A84A-B262-7C7B66B8C3F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id="{5ECB932A-CF4D-4D46-A790-2B7F41A77E9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id="{095E583B-B1DC-4C4C-811E-E299BE753AA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id="{C5DB7071-D0D5-3846-A6F9-0EA35A2E639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id="{C60B9279-BA0A-FD46-9755-78F4BEBDED8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id="{72F2569F-15F5-B442-AD30-AC2694E35DD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id="{98495DEA-40DA-2241-929F-41088055BDC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id="{AE8BA4C5-756E-F648-B325-5D0219BBCC3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id="{170CF0D0-8D8D-C44A-A5BA-D5BB45ADF6D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id="{E35B4EAA-23B1-F943-99C4-9F0DE0400B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id="{FBABADE8-45C0-1447-9E16-E4BB1F37C97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id="{C4CD84E3-1A59-D840-979B-2DDC531F736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id="{0C516E1C-C061-A941-B08D-1F3D314C81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id="{38A006FF-6837-4E46-A95F-6757B6B88B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id="{3F2BF1D0-7B45-6E45-9749-4C89397883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id="{5C4A8CAF-6093-DA4D-8E1D-F5DFBD78E1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id="{059086E5-7989-BF4D-B184-9D5A6516B05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id="{14A5B4A5-C392-E442-818D-FB711E90577C}"/>
              </a:ext>
            </a:extLst>
          </p:cNvPr>
          <p:cNvSpPr txBox="1"/>
          <p:nvPr/>
        </p:nvSpPr>
        <p:spPr>
          <a:xfrm>
            <a:off x="5794941" y="1005931"/>
            <a:ext cx="61963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Total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0: Personality architrinos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Implements SU(3) and the strong force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Spin determines chirality of the 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</a:t>
            </a: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orbitals tend to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become increasingly oblate with velocity.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(</a:t>
            </a:r>
            <a:r>
              <a:rPr lang="en-US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Implements stretchy ruler, variable clock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an ideal black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essential emergent building block for the universe.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id="{177A867C-241B-7045-A629-A217BBE571A3}"/>
              </a:ext>
            </a:extLst>
          </p:cNvPr>
          <p:cNvSpPr txBox="1"/>
          <p:nvPr/>
        </p:nvSpPr>
        <p:spPr>
          <a:xfrm>
            <a:off x="1450236" y="5663225"/>
            <a:ext cx="296587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of three coupled binaries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different energy scales.</a:t>
            </a:r>
          </a:p>
        </p:txBody>
      </p:sp>
      <p:sp>
        <p:nvSpPr>
          <p:cNvPr id="175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559133396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Electron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12: Total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9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positrino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69AE4928-FEB4-0EAF-BB6B-2E7936FB620F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27" name="Oval 26">
              <a:extLst>
                <a:ext uri="{FF2B5EF4-FFF2-40B4-BE49-F238E27FC236}">
                  <a16:creationId id="{177B3BCB-D82C-E84C-9991-CE693E895CA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id="{5D9E1FD4-330D-3B4F-A764-B00628290EB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id="{3D797F7D-C83C-D742-9FC8-0BE013F59B4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id="{29D26BB5-DDB3-0A45-B9F6-FD176EE0C29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id="{793C31BC-F83F-CF48-B20A-A672F362EA0E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id="{E1C5B36E-FC76-B141-89FC-2F217486F2E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id="{589C181E-0DC7-AA4B-B69E-4D3A64253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id="{1B4CC914-0A26-D941-9BC5-A962E3AE877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id="{7CF8744D-9519-A84A-B262-7C7B66B8C3F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id="{5ECB932A-CF4D-4D46-A790-2B7F41A77E9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id="{095E583B-B1DC-4C4C-811E-E299BE753AA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id="{C5DB7071-D0D5-3846-A6F9-0EA35A2E639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id="{C60B9279-BA0A-FD46-9755-78F4BEBDED8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id="{72F2569F-15F5-B442-AD30-AC2694E35DD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id="{98495DEA-40DA-2241-929F-41088055BDC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id="{AE8BA4C5-756E-F648-B325-5D0219BBCC3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id="{170CF0D0-8D8D-C44A-A5BA-D5BB45ADF6D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id="{E35B4EAA-23B1-F943-99C4-9F0DE0400B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id="{FBABADE8-45C0-1447-9E16-E4BB1F37C97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id="{5B635BFA-10F7-0A45-98D2-38D33B94D73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id="{A2111A4F-68A6-8B45-89DB-957455AA6B5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id="{227203FA-D944-134F-8D5E-159210E741D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474390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id="{95C960A9-B8F6-3745-A0BB-A571F5F945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313" y="233595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id="{41AAD90E-537E-5E47-81E4-0EF9ED26130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785" y="15490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id="{A23BDE90-C7AA-8A4F-865F-AF74C42B69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648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id="{C4CD84E3-1A59-D840-979B-2DDC531F736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id="{0C516E1C-C061-A941-B08D-1F3D314C81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id="{38A006FF-6837-4E46-A95F-6757B6B88B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id="{3F2BF1D0-7B45-6E45-9749-4C89397883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id="{5C4A8CAF-6093-DA4D-8E1D-F5DFBD78E1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id="{059086E5-7989-BF4D-B184-9D5A6516B05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2015621" y="5612149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sp>
        <p:nvSpPr>
          <p:cNvPr id="175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103479686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Up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12: Total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+ 2/3 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A47D4B20-4760-10F1-9507-A70BD6F5B99C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117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649037580"/>
      </p:ext>
    </p:extLst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Down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12: Total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- 1/3 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23C0AC72-2AB0-7F3D-8828-CB81F66B0F5C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id="{0F813CB6-AF74-C94E-95CB-01FC786553D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id="{23AA7925-EDA6-3D48-B312-DD862AABD5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9400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id="{33C4EB8D-445F-F44F-A811-5ED099857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116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4190131791"/>
      </p:ext>
    </p:extLst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Photon</a:t>
            </a:r>
            <a:endParaRPr lang="en-US" b="1" dirty="0">
              <a:solidFill>
                <a:srgbClr val="0070C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628954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12: Total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 are two 3:3 sub-structures, each planar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are counter-rotating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orbit in planes orthogonal to velocity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Noether core + anti-Noether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Family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a neutrino a predecessor to a photon?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 the photon redshift until it becomes a neutrino?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spacetime aether related to the photon?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id="{178750A9-80D7-F537-92BA-06951520B0F1}"/>
              </a:ext>
            </a:extLst>
          </p:cNvPr>
          <p:cNvGrpSpPr/>
          <p:nvPr/>
        </p:nvGrpSpPr>
        <p:grpSpPr>
          <a:xfrm>
            <a:off x="592359" y="1017850"/>
            <a:ext cx="2377440" cy="2934031"/>
            <a:chOff x="1765190" y="1804946"/>
            <a:chExt cx="2377440" cy="2934031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765190" y="2598638"/>
              <a:ext cx="2371287" cy="136906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804946"/>
              <a:ext cx="0" cy="293403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4854" y="2606802"/>
              <a:ext cx="2347776" cy="136089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id="{0BF0BA44-581B-3423-4DF0-9C4E02AAC454}"/>
              </a:ext>
            </a:extLst>
          </p:cNvPr>
          <p:cNvGrpSpPr/>
          <p:nvPr/>
        </p:nvGrpSpPr>
        <p:grpSpPr>
          <a:xfrm>
            <a:off x="2849880" y="2322669"/>
            <a:ext cx="2377440" cy="2934031"/>
            <a:chOff x="1765190" y="1804946"/>
            <a:chExt cx="2377440" cy="2934031"/>
          </a:xfrm>
        </p:grpSpPr>
        <p:sp>
          <p:nvSpPr>
            <p:cNvPr id="15" name="Oval 14">
              <a:extLst>
                <a:ext uri="{FF2B5EF4-FFF2-40B4-BE49-F238E27FC236}">
                  <a16:creationId id="{18843C5B-0F95-6B4A-ADB1-359764AE011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id="{12B7066F-4081-F1FF-81DD-480F54FD1C5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id="{82A9E5A4-B16D-879D-705C-4079931EBB8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id="{C5B6F650-DBA0-0F79-EDBF-2F103E746890}"/>
                </a:ext>
              </a:extLst>
            </p:cNvPr>
            <p:cNvCxnSpPr>
              <a:cxnSpLocks/>
            </p:cNvCxnSpPr>
            <p:nvPr/>
          </p:nvCxnSpPr>
          <p:spPr>
            <a:xfrm>
              <a:off x="1765190" y="2598638"/>
              <a:ext cx="2371287" cy="136906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id="{4DCF2EAB-6E1F-91EB-2C8C-13C18C18BB56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804946"/>
              <a:ext cx="0" cy="293403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id="{29D98E67-4C59-49D8-EB5F-C1E9425FF7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4854" y="2606802"/>
              <a:ext cx="2347776" cy="136089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id="{26B1F3DD-843F-5207-B0F7-EE5C98C7071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id="{622AD743-EF58-220B-A523-8831F48CADC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id="{31CBB24B-20C1-C92F-B5EC-E1C5A7C765D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id="{FE493709-CAFC-4E02-6637-9E937DD4CFF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id="{AFCB00D0-F528-7328-08F5-A72556F75AA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id="{672ABB4A-3412-C45C-E8F5-F444B5B5B06C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id="{1A7B6E36-6C5A-8F36-03CE-05B1895754F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id="{5F921F20-F722-BCDD-B7CF-2196048128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id="{8275A759-79D4-BEC8-0924-2DF326BB76D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id="{E95A6186-849D-8228-D997-078F59D72E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id="{B5BC3E33-46F6-BC6B-D615-64D73AFC308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id="{3C3EA368-0E0E-42D8-F062-87AD83F87DD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829928569"/>
      </p:ext>
    </p:extLst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Neutrino (with personality)</a:t>
            </a:r>
            <a:endParaRPr lang="en-US" b="1" dirty="0">
              <a:solidFill>
                <a:srgbClr val="0070C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444760" cy="203132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12: Total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Similar structure to the photon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Less total energy than a photon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More apparent energy than a photon, hence mass</a:t>
            </a:r>
          </a:p>
          <a:p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8501BE30-E8DA-EA35-2B89-3F13B63C34DE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id="{0F813CB6-AF74-C94E-95CB-01FC786553D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id="{33C4EB8D-445F-F44F-A811-5ED099857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id="{EA9DD9FB-B781-EA4B-8F19-A9E6C4A8CD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3993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116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520411471"/>
      </p:ext>
    </p:extLst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Positron, aka the Anti-Electron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12: Total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9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(</a:t>
            </a:r>
            <a:r>
              <a:rPr lang="en-US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3C6D86CC-D9BB-8B37-EC31-36E21E61B498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id="{2372714F-F418-364D-9EAF-4EAC4CA73DB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608" y="199463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id="{A585607E-72C5-A849-A0C4-68961C0E005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399" y="427547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117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28838496"/>
      </p:ext>
    </p:extLst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Anti-Up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12: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- 2/3 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Conserves angular momentum in 3D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 synchronizes binary energy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Koide?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A265A308-74E8-B6B5-689B-1714FC7F3DC6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id="{2372714F-F418-364D-9EAF-4EAC4CA73DB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608" y="199463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id="{A585607E-72C5-A849-A0C4-68961C0E005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399" y="427547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272C836F-17C9-174D-8F7E-69184014B1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2280" y="474649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10BD1FE3-6254-EA44-95CB-BD549789B86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068" y="233797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006DAA08-7F4A-D743-B197-DAA77F160E1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094" y="155034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FDDA287B-E397-5748-9092-A61B4A59299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id="{CADE9A1A-C476-C345-B167-AC6C8452694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4589" y="393561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115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14234424"/>
      </p:ext>
    </p:extLst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2452" y="314350"/>
            <a:ext cx="6284492" cy="77787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Anti-Charm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sp>
        <p:nvSpPr>
          <p:cNvPr id="86" name="Oval 85">
            <a:extLst>
              <a:ext uri="{FF2B5EF4-FFF2-40B4-BE49-F238E27FC236}">
                <a16:creationId id="{9F7FFBBC-0053-8245-B096-83D8FA88E719}"/>
              </a:ext>
            </a:extLst>
          </p:cNvPr>
          <p:cNvSpPr>
            <a:spLocks noChangeAspect="1"/>
          </p:cNvSpPr>
          <p:nvPr/>
        </p:nvSpPr>
        <p:spPr>
          <a:xfrm rot="1800000">
            <a:off x="1363161" y="1690202"/>
            <a:ext cx="3200400" cy="32004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6" name="Group 5">
            <a:extLst>
              <a:ext uri="{FF2B5EF4-FFF2-40B4-BE49-F238E27FC236}">
                <a16:creationId id="{B226B0F0-1B31-318D-FD5E-8AB0DAAFF1A3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272C836F-17C9-174D-8F7E-69184014B1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2280" y="474649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10BD1FE3-6254-EA44-95CB-BD549789B86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068" y="233797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006DAA08-7F4A-D743-B197-DAA77F160E1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094" y="155034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FDDA287B-E397-5748-9092-A61B4A59299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id="{CADE9A1A-C476-C345-B167-AC6C8452694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4589" y="393561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54" name="Title 4">
            <a:extLst>
              <a:ext uri="{FF2B5EF4-FFF2-40B4-BE49-F238E27FC236}">
                <a16:creationId id="{86C2A8DE-036A-BC4A-95EA-8AEAEC6383D1}"/>
              </a:ext>
            </a:extLst>
          </p:cNvPr>
          <p:cNvSpPr txBox="1">
            <a:spLocks/>
          </p:cNvSpPr>
          <p:nvPr/>
        </p:nvSpPr>
        <p:spPr>
          <a:xfrm>
            <a:off x="5747102" y="314351"/>
            <a:ext cx="6284492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Anti-Top Quark</a:t>
            </a:r>
          </a:p>
        </p:txBody>
      </p:sp>
      <p:sp>
        <p:nvSpPr>
          <p:cNvPr id="55" name="TextBox 54">
            <a:extLst>
              <a:ext uri="{FF2B5EF4-FFF2-40B4-BE49-F238E27FC236}">
                <a16:creationId id="{A2DF75C4-072C-1844-8186-921C920D6437}"/>
              </a:ext>
            </a:extLst>
          </p:cNvPr>
          <p:cNvSpPr txBox="1"/>
          <p:nvPr/>
        </p:nvSpPr>
        <p:spPr>
          <a:xfrm>
            <a:off x="7916170" y="5488031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id="{87DDE748-C91C-F26A-EA44-CBD95B650D54}"/>
              </a:ext>
            </a:extLst>
          </p:cNvPr>
          <p:cNvGrpSpPr/>
          <p:nvPr/>
        </p:nvGrpSpPr>
        <p:grpSpPr>
          <a:xfrm>
            <a:off x="7101154" y="1222377"/>
            <a:ext cx="3563522" cy="4129159"/>
            <a:chOff x="7101154" y="1222377"/>
            <a:chExt cx="3563522" cy="4129159"/>
          </a:xfrm>
        </p:grpSpPr>
        <p:sp>
          <p:nvSpPr>
            <p:cNvPr id="64" name="Oval 63">
              <a:extLst>
                <a:ext uri="{FF2B5EF4-FFF2-40B4-BE49-F238E27FC236}">
                  <a16:creationId id="{824628BF-3EE5-E74B-8251-3789C64F4C0D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54315" y="3061803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id="{5E872634-0E02-5F49-B4EE-E77ACA477E2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739915" y="2147403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id="{8A84CB6F-AA6D-FF4A-B7BF-406C8FAA94C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282715" y="1690203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id="{57F3CCE2-1901-2442-9472-F42FA766CFD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197115" y="2604603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id="{72A5DD4E-28DD-5240-9157-F8B4EB0E1A1C}"/>
                </a:ext>
              </a:extLst>
            </p:cNvPr>
            <p:cNvCxnSpPr>
              <a:cxnSpLocks/>
            </p:cNvCxnSpPr>
            <p:nvPr/>
          </p:nvCxnSpPr>
          <p:spPr>
            <a:xfrm>
              <a:off x="7101154" y="2261703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id="{69E6ABD0-6496-5142-A0CE-09975CC5F1AE}"/>
                </a:ext>
              </a:extLst>
            </p:cNvPr>
            <p:cNvCxnSpPr>
              <a:cxnSpLocks/>
            </p:cNvCxnSpPr>
            <p:nvPr/>
          </p:nvCxnSpPr>
          <p:spPr>
            <a:xfrm>
              <a:off x="8888871" y="1222377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id="{80B4ACBD-DF7C-B14A-BE67-4C1CE63C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7999" y="2260908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id="{FCD8D146-5368-6B40-9D56-368A514422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547775" y="30246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id="{0627BF92-769A-9C42-B7BF-C0FC1A5DC0F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919606" y="32443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id="{95BC6666-2B6A-C640-AC03-66B48EDD51B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113067" y="393330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id="{4811B54B-32D5-164F-97BB-5AB8FA824B9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345867" y="233566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id="{1D76353E-D267-3E49-8F89-1D8E3D28633E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732642" y="474482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id="{DD0528AB-ACE4-D64F-A056-7F16A75745E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732642" y="154954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id="{DD45FBD1-1AEB-D546-BD35-894C3566318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116242" y="234201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id="{2A2F19EC-E96B-E742-9DDC-04C723093CA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349042" y="393965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id="{C65A9BA4-46AD-5C49-97FF-F9F49B6A18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732641" y="199551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id="{FA3A09B8-DCBA-CD46-97D6-C8128B72EADB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139929" y="347945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id="{1A85BBA6-020F-9C4F-B746-37E14D2F508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322306" y="279596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id="{5C9A36FE-191C-5144-B8D0-22F71833B668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734359" y="42738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id="{CC1A50B7-BC15-E047-A86D-B310DB2810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18677" y="324435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id="{F746308D-BC97-624D-AF33-311FCFE45A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547452" y="3022953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id="{289C4251-5554-C44F-B673-885532BC233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48531" y="39396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2" name="Oval 131">
              <a:extLst>
                <a:ext uri="{FF2B5EF4-FFF2-40B4-BE49-F238E27FC236}">
                  <a16:creationId id="{4158A18E-9837-F748-936D-0BACD66A087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31834" y="474649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id="{BC773EFC-B0FF-E548-BDBC-DF96ADBB20F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45622" y="233797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id="{34DB1BCA-7908-7A48-93BE-D28F49ADFCC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33648" y="155034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id="{A00BB492-51D4-4E47-A482-C62422C32A6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116242" y="234201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id="{562C125F-DDE3-F642-AD46-D41388294C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114143" y="3935618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521440523"/>
      </p:ext>
    </p:extLst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4" y="365125"/>
            <a:ext cx="5490406" cy="77787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Strange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id="{79E1E3F4-41FC-F9A3-03CA-E81BF4C6C28D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id="{0F813CB6-AF74-C94E-95CB-01FC786553D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id="{23AA7925-EDA6-3D48-B312-DD862AABD5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9400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id="{33C4EB8D-445F-F44F-A811-5ED099857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48" name="Title 4">
            <a:extLst>
              <a:ext uri="{FF2B5EF4-FFF2-40B4-BE49-F238E27FC236}">
                <a16:creationId id="{81034AF7-66CE-3040-84F1-EF39B9EECDB7}"/>
              </a:ext>
            </a:extLst>
          </p:cNvPr>
          <p:cNvSpPr txBox="1">
            <a:spLocks/>
          </p:cNvSpPr>
          <p:nvPr/>
        </p:nvSpPr>
        <p:spPr>
          <a:xfrm>
            <a:off x="6292536" y="365126"/>
            <a:ext cx="5490406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Bottom Quark</a:t>
            </a:r>
          </a:p>
        </p:txBody>
      </p:sp>
      <p:sp>
        <p:nvSpPr>
          <p:cNvPr id="59" name="TextBox 58">
            <a:extLst>
              <a:ext uri="{FF2B5EF4-FFF2-40B4-BE49-F238E27FC236}">
                <a16:creationId id="{2438D620-D5EA-F146-BA41-4EFB92CFC5E8}"/>
              </a:ext>
            </a:extLst>
          </p:cNvPr>
          <p:cNvSpPr txBox="1"/>
          <p:nvPr/>
        </p:nvSpPr>
        <p:spPr>
          <a:xfrm>
            <a:off x="8060548" y="5488031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id="{EC3622AA-A924-AC83-E135-563F4C623429}"/>
              </a:ext>
            </a:extLst>
          </p:cNvPr>
          <p:cNvGrpSpPr/>
          <p:nvPr/>
        </p:nvGrpSpPr>
        <p:grpSpPr>
          <a:xfrm>
            <a:off x="7245532" y="1222377"/>
            <a:ext cx="3563522" cy="4129159"/>
            <a:chOff x="7245532" y="1222377"/>
            <a:chExt cx="3563522" cy="4129159"/>
          </a:xfrm>
        </p:grpSpPr>
        <p:sp>
          <p:nvSpPr>
            <p:cNvPr id="63" name="Oval 62">
              <a:extLst>
                <a:ext uri="{FF2B5EF4-FFF2-40B4-BE49-F238E27FC236}">
                  <a16:creationId id="{F2D5B1CA-9B25-0943-AE94-443C640FBE0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798693" y="3061803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id="{3431F49E-2593-2C4E-AB18-A6A1577EFA21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884293" y="2147403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id="{4B239478-2E98-D247-8D56-4501F39186B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427093" y="1690203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id="{45FF6D53-B83A-BE4B-8EB6-50E7CA20E4D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341493" y="2604603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id="{E71659EB-449C-E24C-8C72-8366F819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245532" y="2261703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id="{ACC158B4-9956-EC4D-A223-F44C0BAAEF8A}"/>
                </a:ext>
              </a:extLst>
            </p:cNvPr>
            <p:cNvCxnSpPr>
              <a:cxnSpLocks/>
            </p:cNvCxnSpPr>
            <p:nvPr/>
          </p:nvCxnSpPr>
          <p:spPr>
            <a:xfrm>
              <a:off x="9033249" y="1222377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id="{2C26D5CC-DA46-AE4C-93E2-B503529AA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2377" y="2260908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id="{371DB66E-8610-3A49-A099-DDA3CCA763A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692153" y="30246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id="{A65DE1E1-23D9-6D4F-8102-C15789E1728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063984" y="32443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id="{C72AFB2A-4906-2542-846A-E3E2B75ED76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257445" y="393330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id="{C93A10ED-4BBE-A64D-882E-E9C400378DB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490245" y="233566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id="{F7169268-D4D7-894E-A38B-0E82EF48AD8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877020" y="474482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id="{085828F5-700E-1B4B-A1FD-C807681519E3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877020" y="154954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id="{3F6B318B-0EFC-B047-9D81-7480C42D6E1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260620" y="234201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id="{E84F8638-5E45-4147-946E-4BB42E1B72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493420" y="393965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id="{DA9F049F-24CA-4A45-896B-6B6729A6E20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877019" y="199551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id="{36CA2397-4752-AB40-8200-E483F8B3454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284307" y="347945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id="{04DFA2CB-DE88-7541-B297-477DA6CF795B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466684" y="279596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id="{A5175093-C8E2-DA45-8CBD-810B35F83FDC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878737" y="42738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id="{63AA9B58-4CDD-FC41-8AA6-3131BEB5CF9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74893" y="474721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id="{DFD62E88-B31C-4141-89F9-1A22BF4C0DD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489734" y="233358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id="{2B76D3B4-D7B2-D74E-A78A-CB98AF641E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494496" y="393871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28" name="Oval 127">
              <a:extLst>
                <a:ext uri="{FF2B5EF4-FFF2-40B4-BE49-F238E27FC236}">
                  <a16:creationId id="{9A9851B7-B072-2A48-998C-D88049993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066522" y="3243699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id="{C369312B-0B15-3F4C-B235-B6D22CE40E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693507" y="30218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id="{3722CBFC-00D0-2B4A-B7B6-8AFC8C29E14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259431" y="393193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2" name="Oval 131">
              <a:extLst>
                <a:ext uri="{FF2B5EF4-FFF2-40B4-BE49-F238E27FC236}">
                  <a16:creationId id="{04B2F867-F9CE-B04E-9817-D92789ECCB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263332" y="234201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id="{B01B526B-446C-E741-A62D-8C7FAC3D10E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78068" y="15504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919063904"/>
      </p:ext>
    </p:extLst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Muon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2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orbiting electrino :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3</a:t>
            </a:r>
            <a:r>
              <a:rPr lang="en-US" baseline="300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id="{7723EA06-C767-DB0C-6B58-91EF773FE620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27" name="Oval 26">
              <a:extLst>
                <a:ext uri="{FF2B5EF4-FFF2-40B4-BE49-F238E27FC236}">
                  <a16:creationId id="{177B3BCB-D82C-E84C-9991-CE693E895CA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id="{5D9E1FD4-330D-3B4F-A764-B00628290EB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id="{3D797F7D-C83C-D742-9FC8-0BE013F59B4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id="{29D26BB5-DDB3-0A45-B9F6-FD176EE0C29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id="{793C31BC-F83F-CF48-B20A-A672F362EA0E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id="{E1C5B36E-FC76-B141-89FC-2F217486F2E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id="{589C181E-0DC7-AA4B-B69E-4D3A64253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id="{1B4CC914-0A26-D941-9BC5-A962E3AE877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id="{7CF8744D-9519-A84A-B262-7C7B66B8C3F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id="{5ECB932A-CF4D-4D46-A790-2B7F41A77E9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id="{095E583B-B1DC-4C4C-811E-E299BE753AA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id="{C5DB7071-D0D5-3846-A6F9-0EA35A2E639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id="{C60B9279-BA0A-FD46-9755-78F4BEBDED8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id="{72F2569F-15F5-B442-AD30-AC2694E35DD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id="{98495DEA-40DA-2241-929F-41088055BDC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id="{AE8BA4C5-756E-F648-B325-5D0219BBCC3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id="{170CF0D0-8D8D-C44A-A5BA-D5BB45ADF6D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id="{E35B4EAA-23B1-F943-99C4-9F0DE0400B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id="{FBABADE8-45C0-1447-9E16-E4BB1F37C97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id="{5B635BFA-10F7-0A45-98D2-38D33B94D73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id="{A2111A4F-68A6-8B45-89DB-957455AA6B5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id="{227203FA-D944-134F-8D5E-159210E741D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474390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id="{95C960A9-B8F6-3745-A0BB-A571F5F945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313" y="233595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id="{41AAD90E-537E-5E47-81E4-0EF9ED26130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785" y="15490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id="{A23BDE90-C7AA-8A4F-865F-AF74C42B69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648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id="{C4CD84E3-1A59-D840-979B-2DDC531F736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id="{0C516E1C-C061-A941-B08D-1F3D314C814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id="{3F2BF1D0-7B45-6E45-9749-4C89397883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id="{5C4A8CAF-6093-DA4D-8E1D-F5DFBD78E1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2015621" y="562017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3073811"/>
      </p:ext>
    </p:extLst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Anti-Muon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2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3</a:t>
            </a:r>
            <a:r>
              <a:rPr lang="en-US" baseline="30000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EC38C19A-C8B1-45A3-5786-D5F9ACFBB494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117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149447201"/>
      </p:ext>
    </p:extLst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Tau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6291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orbiting electrino : </a:t>
            </a:r>
            <a:r>
              <a:rPr lang="en-US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1 dimension of stability/containment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81662D6E-A574-C19E-713B-F539F40D92B7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27" name="Oval 26">
              <a:extLst>
                <a:ext uri="{FF2B5EF4-FFF2-40B4-BE49-F238E27FC236}">
                  <a16:creationId id="{177B3BCB-D82C-E84C-9991-CE693E895CA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id="{5D9E1FD4-330D-3B4F-A764-B00628290EB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id="{3D797F7D-C83C-D742-9FC8-0BE013F59B4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id="{29D26BB5-DDB3-0A45-B9F6-FD176EE0C29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id="{793C31BC-F83F-CF48-B20A-A672F362EA0E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id="{E1C5B36E-FC76-B141-89FC-2F217486F2E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id="{589C181E-0DC7-AA4B-B69E-4D3A64253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id="{1B4CC914-0A26-D941-9BC5-A962E3AE877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id="{7CF8744D-9519-A84A-B262-7C7B66B8C3F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id="{5ECB932A-CF4D-4D46-A790-2B7F41A77E9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id="{095E583B-B1DC-4C4C-811E-E299BE753AA5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id="{C5DB7071-D0D5-3846-A6F9-0EA35A2E639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id="{C60B9279-BA0A-FD46-9755-78F4BEBDED8B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id="{72F2569F-15F5-B442-AD30-AC2694E35DD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id="{98495DEA-40DA-2241-929F-41088055BDC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id="{AE8BA4C5-756E-F648-B325-5D0219BBCC3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id="{170CF0D0-8D8D-C44A-A5BA-D5BB45ADF6D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id="{E35B4EAA-23B1-F943-99C4-9F0DE0400B4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id="{FBABADE8-45C0-1447-9E16-E4BB1F37C97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id="{5B635BFA-10F7-0A45-98D2-38D33B94D73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id="{A2111A4F-68A6-8B45-89DB-957455AA6B5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id="{227203FA-D944-134F-8D5E-159210E741D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474390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id="{95C960A9-B8F6-3745-A0BB-A571F5F9451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313" y="233595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id="{41AAD90E-537E-5E47-81E4-0EF9ED26130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785" y="15490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id="{A23BDE90-C7AA-8A4F-865F-AF74C42B69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648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id="{3F2BF1D0-7B45-6E45-9749-4C89397883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id="{5C4A8CAF-6093-DA4D-8E1D-F5DFBD78E1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2015621" y="5612149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sp>
        <p:nvSpPr>
          <p:cNvPr id="17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721409214"/>
      </p:ext>
    </p:extLst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Anti-Tau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617072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1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2</a:t>
            </a:r>
            <a:r>
              <a:rPr lang="en-US" baseline="30000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nd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3</a:t>
            </a:r>
            <a:r>
              <a:rPr lang="en-US" baseline="30000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5E0D83F7-4581-A6F0-AC41-20A1EECBA63C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117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708874238"/>
      </p:ext>
    </p:extLst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89" y="366278"/>
            <a:ext cx="4935619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Charm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sp>
        <p:nvSpPr>
          <p:cNvPr id="50" name="Title 4">
            <a:extLst>
              <a:ext uri="{FF2B5EF4-FFF2-40B4-BE49-F238E27FC236}">
                <a16:creationId id="{F86D8A51-7C3F-7143-A7AA-F5C51A7C2C88}"/>
              </a:ext>
            </a:extLst>
          </p:cNvPr>
          <p:cNvSpPr txBox="1">
            <a:spLocks/>
          </p:cNvSpPr>
          <p:nvPr/>
        </p:nvSpPr>
        <p:spPr>
          <a:xfrm>
            <a:off x="6625730" y="366278"/>
            <a:ext cx="4935619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Top Quark</a:t>
            </a:r>
          </a:p>
        </p:txBody>
      </p:sp>
      <p:sp>
        <p:nvSpPr>
          <p:cNvPr id="51" name="TextBox 50">
            <a:extLst>
              <a:ext uri="{FF2B5EF4-FFF2-40B4-BE49-F238E27FC236}">
                <a16:creationId id="{4F0110DB-1295-A64A-B4AE-89FF2685A60D}"/>
              </a:ext>
            </a:extLst>
          </p:cNvPr>
          <p:cNvSpPr txBox="1"/>
          <p:nvPr/>
        </p:nvSpPr>
        <p:spPr>
          <a:xfrm>
            <a:off x="8120357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id="{AA49C8A8-675D-38AE-4F64-05A242AA7E5B}"/>
              </a:ext>
            </a:extLst>
          </p:cNvPr>
          <p:cNvGrpSpPr/>
          <p:nvPr/>
        </p:nvGrpSpPr>
        <p:grpSpPr>
          <a:xfrm>
            <a:off x="7305341" y="1222376"/>
            <a:ext cx="3563522" cy="4129159"/>
            <a:chOff x="7305341" y="1222376"/>
            <a:chExt cx="3563522" cy="4129159"/>
          </a:xfrm>
        </p:grpSpPr>
        <p:sp>
          <p:nvSpPr>
            <p:cNvPr id="61" name="Oval 60">
              <a:extLst>
                <a:ext uri="{FF2B5EF4-FFF2-40B4-BE49-F238E27FC236}">
                  <a16:creationId id="{131345B9-B4CE-494C-8A92-D880B226B8E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858502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id="{BCAB2F52-7FC8-2948-AD0F-48F1593AF4C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944102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id="{D8D225F4-704C-8C4E-ABB3-C1DA259F64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486902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id="{F85BB971-938A-A24D-A422-974A8FD4C48F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401302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id="{3C230B70-370C-0B4C-BEEB-A9B430E15E4A}"/>
                </a:ext>
              </a:extLst>
            </p:cNvPr>
            <p:cNvCxnSpPr>
              <a:cxnSpLocks/>
            </p:cNvCxnSpPr>
            <p:nvPr/>
          </p:nvCxnSpPr>
          <p:spPr>
            <a:xfrm>
              <a:off x="7305341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id="{5FCE9551-D1DA-B642-832E-70AD7B735344}"/>
                </a:ext>
              </a:extLst>
            </p:cNvPr>
            <p:cNvCxnSpPr>
              <a:cxnSpLocks/>
            </p:cNvCxnSpPr>
            <p:nvPr/>
          </p:nvCxnSpPr>
          <p:spPr>
            <a:xfrm>
              <a:off x="9093058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id="{1A0BFCE7-90B3-2C49-BABD-34F607A259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2186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id="{364AA884-4872-9749-971C-48B1C7CFA4D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751962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id="{3C7841AE-CF77-7B4E-95EE-AA89EE38965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123793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id="{64019CBE-5AEF-4B40-BE36-A21081F6295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317254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id="{1950F469-28F8-5F4E-8071-40D1614B074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550054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id="{B8780A27-991F-C54D-A9A2-7E8995D17ADC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936829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id="{60925D87-B3DD-BF4F-9658-FD9823E5E1C1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936829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id="{CDFC97F6-193F-FB4A-AD8D-2841E1870ACA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320429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id="{9F87668E-DB89-1340-B049-0CB323C7439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553229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id="{282AD3F9-F1A5-DE42-A20F-E6EC87D5A34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6828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id="{F242D7F3-72DF-FC4E-9464-137899EA6AC1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344116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id="{AC536A13-DE64-EC43-A7FA-403B31F0AA7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526493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id="{F8273657-DFB3-3B46-97E1-C3E0FD5E3E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938546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id="{E0923490-BDA3-4642-8B7A-90E19FBB5F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317254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id="{334564CD-94A4-CF41-8180-2B7A82D6B97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53194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id="{AD45819C-710E-9D44-8A01-E789F15CF43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125975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id="{7CD96860-4959-C042-BE94-054B3C0BB15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4965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id="{F4CA9275-6B92-F14B-B663-FCEC2FE471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34702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2" name="Oval 131">
              <a:extLst>
                <a:ext uri="{FF2B5EF4-FFF2-40B4-BE49-F238E27FC236}">
                  <a16:creationId id="{80EF0B74-CF4B-5247-8512-3DA9D46317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549543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id="{D6C415B6-766F-6248-8B46-00EB9DE6B0E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320429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id="{49B3011B-A66F-1C4D-BD3A-A2B3589E4FA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554305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id="{C98D6C9B-EB5D-CB29-60C7-9844BBEC56E9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id="{A6EECE78-E831-984E-91C9-BEB29F7FED2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id="{59DA3A18-1665-5341-AC95-24FB756F5D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id="{3388086D-BFB8-F84D-A862-135010E1CB5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id="{9D84473E-6299-6244-9653-9A727C55E73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94024650"/>
      </p:ext>
    </p:extLst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34" y="249144"/>
            <a:ext cx="3521832" cy="490583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Neutron</a:t>
            </a:r>
            <a:b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Quarks</a:t>
            </a:r>
            <a:b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r>
              <a:rPr lang="en-US" sz="2200" b="1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en-US" sz="2200" b="1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r>
              <a:rPr lang="en-US" sz="2200" b="1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en-US" sz="2200" b="1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br>
              <a:rPr lang="en-US" sz="22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22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36 architrinos</a:t>
            </a:r>
            <a:b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Noether cores</a:t>
            </a:r>
            <a:endPara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292" y="6334193"/>
            <a:ext cx="20574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id="{3115D9CD-8011-B595-A3DB-4E80C2D5F425}"/>
              </a:ext>
            </a:extLst>
          </p:cNvPr>
          <p:cNvGrpSpPr/>
          <p:nvPr/>
        </p:nvGrpSpPr>
        <p:grpSpPr>
          <a:xfrm>
            <a:off x="4769341" y="107020"/>
            <a:ext cx="6244377" cy="6553911"/>
            <a:chOff x="4769341" y="107020"/>
            <a:chExt cx="6244377" cy="6553911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9405430" y="4502407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73910" y="3770887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308150" y="3405127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9039670" y="4136647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8162901" y="3862327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9593075" y="3030866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8377" y="3861691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320198" y="4472656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617663" y="464844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572432" y="519961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358671" y="392149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9468092" y="584882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9468092" y="329259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574971" y="392657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361212" y="520468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468091" y="364937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993921" y="483652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939823" y="428973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469465" y="547200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id="{6B8F3369-14B5-D047-8292-4B5527E9FD6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6390" y="585073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id="{291F5D61-775F-6E46-AEDD-DEA2C12A812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358263" y="391983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1381C2CC-3B48-1A48-BEF3-4CE95D030A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362072" y="520393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3714EE43-DD5A-AA40-9857-5657C9B6D7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94663" y="4835282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098322EC-4AC2-804C-AEB1-85A1F44AD1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941003" y="4289103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F165A851-CF79-2948-BE74-BFABB68B71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8094" y="5470550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id="{E9CEE0AE-629B-2649-80D9-B1648E6B2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619693" y="464792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id="{54D53D1E-604D-BD41-AED8-E259AD4032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321281" y="4470413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id="{1CA9CF48-9EEE-2C41-A362-C58A6150A7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8140" y="3650450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id="{0F813CB6-AF74-C94E-95CB-01FC786553D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574020" y="519851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id="{23AA7925-EDA6-3D48-B312-DD862AABD5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577141" y="3926574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id="{33C4EB8D-445F-F44F-A811-5ED0998570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8930" y="3293328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id="{80A7CEC7-3E31-6C40-B563-4A4791AEE89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011870" y="4502407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id="{78448006-7D40-8C44-8BA2-7F57B23ADE0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280350" y="3770887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id="{7D5FC080-C94C-C047-BAB7-ADDC6EB05DED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914590" y="3405127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id="{66DA8F99-8C47-1A40-ADD2-840D77360EE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646110" y="4136647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id="{83D80FBD-4874-2142-940C-4C7359EA4577}"/>
                </a:ext>
              </a:extLst>
            </p:cNvPr>
            <p:cNvCxnSpPr>
              <a:cxnSpLocks/>
            </p:cNvCxnSpPr>
            <p:nvPr/>
          </p:nvCxnSpPr>
          <p:spPr>
            <a:xfrm>
              <a:off x="4769341" y="3862327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id="{65F991EF-C157-C547-953E-0178288E9825}"/>
                </a:ext>
              </a:extLst>
            </p:cNvPr>
            <p:cNvCxnSpPr>
              <a:cxnSpLocks/>
            </p:cNvCxnSpPr>
            <p:nvPr/>
          </p:nvCxnSpPr>
          <p:spPr>
            <a:xfrm>
              <a:off x="6199515" y="3030866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id="{F915BD25-DB9C-1149-B35F-86A993A45B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4817" y="3861691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Oval 112">
              <a:extLst>
                <a:ext uri="{FF2B5EF4-FFF2-40B4-BE49-F238E27FC236}">
                  <a16:creationId id="{948FBD0C-EE3C-D64E-8E5C-8495653A99F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926638" y="4472656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id="{AE367599-CAD6-A443-8C11-18CBA018881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224103" y="464844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id="{D4D32BD7-6543-074B-88BF-442578E4882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178872" y="519961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id="{32E28C2C-2F8A-D148-AAE2-3A721AE833E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965111" y="392149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id="{E4667830-28BE-0B4D-9D93-D36B4A61B02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074532" y="584882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id="{14D637F1-6FA7-EE4D-83AE-F42537BABF3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074532" y="329259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id="{975E633E-D39A-B14E-BF18-79E4E12F532A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181411" y="392657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id="{6DCD3A96-4214-944C-9C89-4101252FC65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967652" y="520468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id="{EB824B11-A3F3-414A-880A-0A07D77B1AB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074531" y="364937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id="{6F1DC9D5-CF15-654C-97FD-E6DE54C39ED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600361" y="483652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id="{D7B0D57E-8F74-EC49-A88E-36EFF91592A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546263" y="428973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id="{34977C83-02EC-D048-8306-46DCE7B7DB6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075905" y="547200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id="{81817789-ACB5-8745-AB54-7FE6C7AEF7B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2830" y="585073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id="{66C6A4F5-F739-4543-949E-B23BD1F6FFC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64703" y="391983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id="{0AACAA3B-1B06-4B46-9333-28D6792943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68512" y="520393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id="{9CEB617E-1F3B-474E-AF78-DDB1BC0D9FF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01103" y="4835282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id="{61D8D7B6-630C-814C-9E0E-209BA4AC95F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547443" y="4289103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id="{2910A56C-FEB8-0343-B7A4-3D61092CC1F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4534" y="5470550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id="{FF784CAD-A582-8B4E-84CB-37B046D92F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226133" y="464792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id="{228850D5-2B16-3049-BB25-964EC64F525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927721" y="4470413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id="{923DAA16-C0C1-A047-BD70-EE86B82C4F2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4580" y="3650450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id="{A4BF7A46-2EB6-624A-98C7-CB636437E23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80460" y="519851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id="{CA735233-2CE7-1C4F-B6C9-DC9EFDD6E58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83581" y="3926574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id="{54A2FD5F-1398-9944-8CC2-09321BC50C1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5370" y="3293328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id="{B6BFED0A-C43F-BE44-8E7E-2B4742DA498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694374" y="1578561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id="{EF14ACA3-6E5B-B34A-9C23-2140F1F37F0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962854" y="847041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id="{BE3EA594-873C-9342-9B45-831C03E94AF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597094" y="481281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id="{7520E6C8-8990-AA43-810C-6151802A053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328614" y="1212801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id="{24D382A8-45B3-5E40-83FB-A81EB4137D52}"/>
                </a:ext>
              </a:extLst>
            </p:cNvPr>
            <p:cNvCxnSpPr>
              <a:cxnSpLocks/>
            </p:cNvCxnSpPr>
            <p:nvPr/>
          </p:nvCxnSpPr>
          <p:spPr>
            <a:xfrm>
              <a:off x="6451845" y="938481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id="{B37BDDF1-2393-EB4A-A102-15A439FE9F06}"/>
                </a:ext>
              </a:extLst>
            </p:cNvPr>
            <p:cNvCxnSpPr>
              <a:cxnSpLocks/>
            </p:cNvCxnSpPr>
            <p:nvPr/>
          </p:nvCxnSpPr>
          <p:spPr>
            <a:xfrm>
              <a:off x="7882019" y="107020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id="{89740A7D-F15C-154D-88E7-0A3FC38AD2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7321" y="937845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Oval 157">
              <a:extLst>
                <a:ext uri="{FF2B5EF4-FFF2-40B4-BE49-F238E27FC236}">
                  <a16:creationId id="{954521C5-1FD7-D941-8A15-8EFC74AD3C0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609142" y="154881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id="{E54DAA05-CA00-924D-9026-0695BF1891A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906607" y="172460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4" name="Oval 173">
              <a:extLst>
                <a:ext uri="{FF2B5EF4-FFF2-40B4-BE49-F238E27FC236}">
                  <a16:creationId id="{A8B7E02A-5F5E-1B4D-9026-C4E002FCF9E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61376" y="227576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id="{C2129B43-BB88-FF48-B5D3-7FA8E16C0446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647615" y="99764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0" name="Oval 169">
              <a:extLst>
                <a:ext uri="{FF2B5EF4-FFF2-40B4-BE49-F238E27FC236}">
                  <a16:creationId id="{760B138C-AD29-5C40-BEA2-45619BCF21A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7757036" y="292498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3" name="Oval 172">
              <a:extLst>
                <a:ext uri="{FF2B5EF4-FFF2-40B4-BE49-F238E27FC236}">
                  <a16:creationId id="{31E3FC97-66BF-8E4E-A1C0-813DE7E74CCC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7757036" y="36875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id="{7563F309-7502-5549-ACE9-E4CA9C3FD9E6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863915" y="100272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5" name="Oval 164">
              <a:extLst>
                <a:ext uri="{FF2B5EF4-FFF2-40B4-BE49-F238E27FC236}">
                  <a16:creationId id="{7DB2754D-975B-074E-94ED-66358EE2CFF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650156" y="228084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6" name="Oval 165">
              <a:extLst>
                <a:ext uri="{FF2B5EF4-FFF2-40B4-BE49-F238E27FC236}">
                  <a16:creationId id="{45A4A152-A33A-224C-84F1-F0687CECEB2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57035" y="72553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id="{9E02706F-A9B9-064B-B015-1781EBCC253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282865" y="191267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id="{5542B4C0-94DB-5F4F-B960-0BB7A33FAD9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228767" y="136589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id="{02AD2D97-AF3F-9842-A7FD-D800E45B0C3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58409" y="254816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id="{DBFF09B6-3D72-E748-AD72-38E362B0305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61375" y="2275763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id="{CD84ABF1-1423-AF4C-A6B8-6EC32FD9D8C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5544" y="369511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id="{953E177A-8D1D-0147-8458-F1C56ED1EB3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5334" y="292688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id="{5DDB26C7-FEC4-A149-9BA6-075ECF16E2C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647207" y="995986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id="{CB40A265-BDA9-AB40-9849-7DEBD2EFA68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63915" y="100272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id="{27B839E3-16E2-6D4E-A1C4-87892956DEA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651016" y="228009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id="{0374B340-29BB-3F49-8D0A-29A2F4D4500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283607" y="1911436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id="{A98915B6-73BE-9447-9892-EF94E69416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229947" y="1365257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id="{3BC4EAA8-6D69-444F-8ED6-8A569B0D558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7038" y="2546704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id="{5589F2A0-1207-4047-90AB-7DB9CFF5055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908637" y="172407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id="{E55AACB4-AE42-C948-AED6-0ACC14918D2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610225" y="154656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id="{8D247798-4233-F944-A657-CC10DC3066A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7084" y="72660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id="{23A1B426-51B9-4240-87D8-B924F084461F}"/>
                </a:ext>
              </a:extLst>
            </p:cNvPr>
            <p:cNvSpPr txBox="1"/>
            <p:nvPr/>
          </p:nvSpPr>
          <p:spPr>
            <a:xfrm>
              <a:off x="6953738" y="6230044"/>
              <a:ext cx="194636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2D representation with hints</a:t>
              </a:r>
              <a:b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of geometrical structure.</a:t>
              </a:r>
            </a:p>
          </p:txBody>
        </p:sp>
      </p:grp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574491961"/>
      </p:ext>
    </p:extLst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34" y="249144"/>
            <a:ext cx="3385516" cy="490583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Proton</a:t>
            </a:r>
            <a:b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 Quarks</a:t>
            </a:r>
            <a:b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r>
              <a:rPr lang="en-US" sz="2200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2200" b="1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r>
              <a:rPr lang="en-US" sz="2200" b="1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en-US" sz="2200" b="1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br>
              <a:rPr lang="en-US" sz="22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22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36 architrinos</a:t>
            </a:r>
            <a:b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Noether cores</a:t>
            </a:r>
            <a:endPara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292" y="6334193"/>
            <a:ext cx="20574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7732C836-77E6-2187-7F35-43FEC3EA25F1}"/>
              </a:ext>
            </a:extLst>
          </p:cNvPr>
          <p:cNvGrpSpPr/>
          <p:nvPr/>
        </p:nvGrpSpPr>
        <p:grpSpPr>
          <a:xfrm>
            <a:off x="4769066" y="104824"/>
            <a:ext cx="6245755" cy="6556107"/>
            <a:chOff x="4769066" y="104824"/>
            <a:chExt cx="6245755" cy="6556107"/>
          </a:xfrm>
        </p:grpSpPr>
        <p:sp>
          <p:nvSpPr>
            <p:cNvPr id="196" name="Oval 195">
              <a:extLst>
                <a:ext uri="{FF2B5EF4-FFF2-40B4-BE49-F238E27FC236}">
                  <a16:creationId id="{FD791C81-45A4-874A-A75E-8F575F49F2A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011595" y="4501461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id="{6198197B-0BB5-8F44-AC07-3C91D8FB5F2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280075" y="3769941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id="{F68C2B06-9B35-AF41-81CD-DC99EC8F2CCB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914315" y="3404181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id="{CAAE5205-6C20-6142-B908-7FC571AA1B2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645835" y="4135701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0" name="Straight Connector 199">
              <a:extLst>
                <a:ext uri="{FF2B5EF4-FFF2-40B4-BE49-F238E27FC236}">
                  <a16:creationId id="{B380BA9B-7399-DF4E-A316-01DD596CDCAB}"/>
                </a:ext>
              </a:extLst>
            </p:cNvPr>
            <p:cNvCxnSpPr>
              <a:cxnSpLocks/>
            </p:cNvCxnSpPr>
            <p:nvPr/>
          </p:nvCxnSpPr>
          <p:spPr>
            <a:xfrm>
              <a:off x="4769066" y="3861381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id="{03A64A6B-055F-4B4C-AA5C-71FB62AE61CD}"/>
                </a:ext>
              </a:extLst>
            </p:cNvPr>
            <p:cNvCxnSpPr>
              <a:cxnSpLocks/>
            </p:cNvCxnSpPr>
            <p:nvPr/>
          </p:nvCxnSpPr>
          <p:spPr>
            <a:xfrm>
              <a:off x="6199240" y="3029920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id="{F940F3EA-09A0-5E47-807E-6C519970D4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4542" y="3860745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Oval 202">
              <a:extLst>
                <a:ext uri="{FF2B5EF4-FFF2-40B4-BE49-F238E27FC236}">
                  <a16:creationId id="{693EC2DA-EB8F-E549-87A4-B083678D5F0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5926363" y="447171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4" name="Oval 203">
              <a:extLst>
                <a:ext uri="{FF2B5EF4-FFF2-40B4-BE49-F238E27FC236}">
                  <a16:creationId id="{133730D3-79F4-334D-A6EF-54ED2EA3D3A9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223828" y="464750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9" name="Oval 218">
              <a:extLst>
                <a:ext uri="{FF2B5EF4-FFF2-40B4-BE49-F238E27FC236}">
                  <a16:creationId id="{312A9E26-845F-6F4A-8B4C-F7EDB520C80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178597" y="519866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2" name="Oval 221">
              <a:extLst>
                <a:ext uri="{FF2B5EF4-FFF2-40B4-BE49-F238E27FC236}">
                  <a16:creationId id="{3D0F4BB1-DC86-BD47-BE5D-9DCEC2C34E1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964836" y="392054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5" name="Oval 214">
              <a:extLst>
                <a:ext uri="{FF2B5EF4-FFF2-40B4-BE49-F238E27FC236}">
                  <a16:creationId id="{43350D19-B039-CF4C-B367-3818641F8BC9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074257" y="584788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8" name="Oval 217">
              <a:extLst>
                <a:ext uri="{FF2B5EF4-FFF2-40B4-BE49-F238E27FC236}">
                  <a16:creationId id="{8206C5A9-580C-8442-9A22-75FE7BDCBD1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6074257" y="329165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id="{D40EEC74-BFE2-B047-9C4B-C8C52D4E03F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181136" y="392562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0" name="Oval 209">
              <a:extLst>
                <a:ext uri="{FF2B5EF4-FFF2-40B4-BE49-F238E27FC236}">
                  <a16:creationId id="{2A405306-6F8D-0048-8BEA-9DAF3EE666C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967377" y="520374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1" name="Oval 210">
              <a:extLst>
                <a:ext uri="{FF2B5EF4-FFF2-40B4-BE49-F238E27FC236}">
                  <a16:creationId id="{B23921D7-449E-704C-A582-0B4DD452CC8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074256" y="364843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2" name="Oval 211">
              <a:extLst>
                <a:ext uri="{FF2B5EF4-FFF2-40B4-BE49-F238E27FC236}">
                  <a16:creationId id="{1A848B4B-FFA9-D449-BAA3-F4FF472572B8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5600086" y="483557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3" name="Oval 212">
              <a:extLst>
                <a:ext uri="{FF2B5EF4-FFF2-40B4-BE49-F238E27FC236}">
                  <a16:creationId id="{E2668D15-30BB-2649-9DAC-3236F353968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545988" y="428879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id="{078B6DFB-1708-E342-8F71-36FEBAAA364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6075630" y="547106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2" name="Oval 191">
              <a:extLst>
                <a:ext uri="{FF2B5EF4-FFF2-40B4-BE49-F238E27FC236}">
                  <a16:creationId id="{14D02A33-D58D-8C47-9494-B76EFF0DBE1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78596" y="5198663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93" name="Oval 192">
              <a:extLst>
                <a:ext uri="{FF2B5EF4-FFF2-40B4-BE49-F238E27FC236}">
                  <a16:creationId id="{9F52A0E7-7F3C-3742-B09D-6DCFFFD6D4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2765" y="3292411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id="{67021622-0737-BC40-BD23-CCFA61839A3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2555" y="584978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2" name="Oval 181">
              <a:extLst>
                <a:ext uri="{FF2B5EF4-FFF2-40B4-BE49-F238E27FC236}">
                  <a16:creationId id="{84EA4B03-352C-394A-8927-8478B5457D6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64428" y="3918886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id="{3BCA68FF-98F9-8C43-837C-A499B8FE2A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181136" y="392562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id="{DB6B3553-F6CA-E74E-B900-E871E60C9F1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68237" y="520299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85" name="Oval 184">
              <a:extLst>
                <a:ext uri="{FF2B5EF4-FFF2-40B4-BE49-F238E27FC236}">
                  <a16:creationId id="{D35E65EF-CC2F-F84E-8099-5E65AB4607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00828" y="4834336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86" name="Oval 185">
              <a:extLst>
                <a:ext uri="{FF2B5EF4-FFF2-40B4-BE49-F238E27FC236}">
                  <a16:creationId id="{B3CE3ADD-18F6-0B4B-8130-190AD94498A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547168" y="4288157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id="{883904B3-8DD1-B148-A169-3C776234729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4259" y="5469604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88" name="Oval 187">
              <a:extLst>
                <a:ext uri="{FF2B5EF4-FFF2-40B4-BE49-F238E27FC236}">
                  <a16:creationId id="{22AA45D2-86D5-6447-9A61-B4E37F6375D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225858" y="464697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id="{3AD17319-0692-504B-B1E2-A345E30CCA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927446" y="446946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90" name="Oval 189">
              <a:extLst>
                <a:ext uri="{FF2B5EF4-FFF2-40B4-BE49-F238E27FC236}">
                  <a16:creationId id="{45C9C0F0-2E35-BF4A-AEF0-B08F8C92AD1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74305" y="364950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40" name="Oval 239">
              <a:extLst>
                <a:ext uri="{FF2B5EF4-FFF2-40B4-BE49-F238E27FC236}">
                  <a16:creationId id="{F3478BA5-020C-5548-9E8C-E65E90C7673C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9406533" y="4499582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>
              <a:extLst>
                <a:ext uri="{FF2B5EF4-FFF2-40B4-BE49-F238E27FC236}">
                  <a16:creationId id="{88DFB359-73A2-DF4E-AE16-79753A32E01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75013" y="3768062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42" name="Oval 241">
              <a:extLst>
                <a:ext uri="{FF2B5EF4-FFF2-40B4-BE49-F238E27FC236}">
                  <a16:creationId id="{A7C877D4-43A7-7746-B18F-196A6989A39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309253" y="3402302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43" name="Oval 242">
              <a:extLst>
                <a:ext uri="{FF2B5EF4-FFF2-40B4-BE49-F238E27FC236}">
                  <a16:creationId id="{848CA38B-2158-964C-86B8-7E2ED0574DF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9040773" y="4133822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4" name="Straight Connector 243">
              <a:extLst>
                <a:ext uri="{FF2B5EF4-FFF2-40B4-BE49-F238E27FC236}">
                  <a16:creationId id="{7D95B452-DC7B-094B-AF99-4851179D21A7}"/>
                </a:ext>
              </a:extLst>
            </p:cNvPr>
            <p:cNvCxnSpPr>
              <a:cxnSpLocks/>
            </p:cNvCxnSpPr>
            <p:nvPr/>
          </p:nvCxnSpPr>
          <p:spPr>
            <a:xfrm>
              <a:off x="8164004" y="3859502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id="{D4329DC3-ABEA-6D4D-A567-2F4CAC9988F1}"/>
                </a:ext>
              </a:extLst>
            </p:cNvPr>
            <p:cNvCxnSpPr>
              <a:cxnSpLocks/>
            </p:cNvCxnSpPr>
            <p:nvPr/>
          </p:nvCxnSpPr>
          <p:spPr>
            <a:xfrm>
              <a:off x="9594178" y="3028041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id="{E4026A9C-7D8F-FA4F-9842-337014314C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80" y="3858866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Oval 246">
              <a:extLst>
                <a:ext uri="{FF2B5EF4-FFF2-40B4-BE49-F238E27FC236}">
                  <a16:creationId id="{AD8B7289-E064-9248-AA7E-73BD31965AA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321301" y="4469831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8" name="Oval 247">
              <a:extLst>
                <a:ext uri="{FF2B5EF4-FFF2-40B4-BE49-F238E27FC236}">
                  <a16:creationId id="{6209AD15-F3AA-A841-AE92-73F0D8064F4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9618766" y="464562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3" name="Oval 262">
              <a:extLst>
                <a:ext uri="{FF2B5EF4-FFF2-40B4-BE49-F238E27FC236}">
                  <a16:creationId id="{4932B17D-A6C7-9848-8951-6D62597E242D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573535" y="519678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6" name="Oval 265">
              <a:extLst>
                <a:ext uri="{FF2B5EF4-FFF2-40B4-BE49-F238E27FC236}">
                  <a16:creationId id="{E408DFAC-CE05-A747-81F7-6B8FF9EB2640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359774" y="391866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9" name="Oval 258">
              <a:extLst>
                <a:ext uri="{FF2B5EF4-FFF2-40B4-BE49-F238E27FC236}">
                  <a16:creationId id="{70393E55-B5D6-C949-B9AE-64EB10A06624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9469195" y="584600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2" name="Oval 261">
              <a:extLst>
                <a:ext uri="{FF2B5EF4-FFF2-40B4-BE49-F238E27FC236}">
                  <a16:creationId id="{F39851D4-1768-7243-A5E2-137CC2ECCC3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9469195" y="328977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1" name="Oval 250">
              <a:extLst>
                <a:ext uri="{FF2B5EF4-FFF2-40B4-BE49-F238E27FC236}">
                  <a16:creationId id="{032695FA-E8DA-834D-8D3A-6ED41212D7B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576074" y="3923749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4" name="Oval 253">
              <a:extLst>
                <a:ext uri="{FF2B5EF4-FFF2-40B4-BE49-F238E27FC236}">
                  <a16:creationId id="{ED832CB4-901C-104C-92F9-F9BDB9E9339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362315" y="520186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5" name="Oval 254">
              <a:extLst>
                <a:ext uri="{FF2B5EF4-FFF2-40B4-BE49-F238E27FC236}">
                  <a16:creationId id="{3B601726-6BC7-EB40-8944-1E5AE262CEC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469194" y="364655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6" name="Oval 255">
              <a:extLst>
                <a:ext uri="{FF2B5EF4-FFF2-40B4-BE49-F238E27FC236}">
                  <a16:creationId id="{5BCB5B0D-1661-E54A-B68F-91FCE95FE39C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995024" y="4833700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id="{5E223353-0CD0-AB4C-924E-858783C21B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940926" y="428691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8" name="Oval 257">
              <a:extLst>
                <a:ext uri="{FF2B5EF4-FFF2-40B4-BE49-F238E27FC236}">
                  <a16:creationId id="{1B4B9859-0267-F34E-92E5-522E39BA964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470568" y="546918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6" name="Oval 235">
              <a:extLst>
                <a:ext uri="{FF2B5EF4-FFF2-40B4-BE49-F238E27FC236}">
                  <a16:creationId id="{A64005B3-CE98-2F47-A9FF-D3C21B2CDDE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573534" y="5196784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37" name="Oval 236">
              <a:extLst>
                <a:ext uri="{FF2B5EF4-FFF2-40B4-BE49-F238E27FC236}">
                  <a16:creationId id="{84B48372-4137-9C47-BAC0-8BB2B34002E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7703" y="329053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25" name="Oval 224">
              <a:extLst>
                <a:ext uri="{FF2B5EF4-FFF2-40B4-BE49-F238E27FC236}">
                  <a16:creationId id="{9A70B8A9-2909-404F-A8F6-FAE1CF5EC7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7493" y="5847909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26" name="Oval 225">
              <a:extLst>
                <a:ext uri="{FF2B5EF4-FFF2-40B4-BE49-F238E27FC236}">
                  <a16:creationId id="{2E652DDC-E020-C04A-924E-C8E97403824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359366" y="3917007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id="{A1F8F2DE-4366-4046-A616-98EBA605229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576074" y="3923749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28" name="Oval 227">
              <a:extLst>
                <a:ext uri="{FF2B5EF4-FFF2-40B4-BE49-F238E27FC236}">
                  <a16:creationId id="{FC525111-544C-2F48-888A-D5FCD075A9E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363175" y="5201112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29" name="Oval 228">
              <a:extLst>
                <a:ext uri="{FF2B5EF4-FFF2-40B4-BE49-F238E27FC236}">
                  <a16:creationId id="{74DF41E2-3485-2140-9280-1FE226DAA32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95766" y="4832457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30" name="Oval 229">
              <a:extLst>
                <a:ext uri="{FF2B5EF4-FFF2-40B4-BE49-F238E27FC236}">
                  <a16:creationId id="{93662A8D-F61E-9843-B3AB-D037037E061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942106" y="428627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31" name="Oval 230">
              <a:extLst>
                <a:ext uri="{FF2B5EF4-FFF2-40B4-BE49-F238E27FC236}">
                  <a16:creationId id="{A27A4B0C-FFAD-5649-835F-96435CF290C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9197" y="5467725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32" name="Oval 231">
              <a:extLst>
                <a:ext uri="{FF2B5EF4-FFF2-40B4-BE49-F238E27FC236}">
                  <a16:creationId id="{C4ECFDD0-5D3B-4642-8634-65CBC7F67D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620796" y="4645099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33" name="Oval 232">
              <a:extLst>
                <a:ext uri="{FF2B5EF4-FFF2-40B4-BE49-F238E27FC236}">
                  <a16:creationId id="{D873CE47-4173-D346-A786-E5C3CD6E400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322384" y="4467588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34" name="Oval 233">
              <a:extLst>
                <a:ext uri="{FF2B5EF4-FFF2-40B4-BE49-F238E27FC236}">
                  <a16:creationId id="{263002F2-D43E-634E-A693-79537741BF9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469243" y="3647625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83" name="Oval 282">
              <a:extLst>
                <a:ext uri="{FF2B5EF4-FFF2-40B4-BE49-F238E27FC236}">
                  <a16:creationId id="{0FF8B654-33BB-0F46-9C0B-FA93AF30891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695212" y="1576365"/>
              <a:ext cx="365760" cy="36576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Oval 283">
              <a:extLst>
                <a:ext uri="{FF2B5EF4-FFF2-40B4-BE49-F238E27FC236}">
                  <a16:creationId id="{71ACE4A7-BA4F-B54E-B654-9179F31DEDF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963692" y="844845"/>
              <a:ext cx="1828800" cy="18288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85" name="Oval 284">
              <a:extLst>
                <a:ext uri="{FF2B5EF4-FFF2-40B4-BE49-F238E27FC236}">
                  <a16:creationId id="{A8C8F34C-9D70-024E-AB68-248A10DF99B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597932" y="479085"/>
              <a:ext cx="2560320" cy="256032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86" name="Oval 285">
              <a:extLst>
                <a:ext uri="{FF2B5EF4-FFF2-40B4-BE49-F238E27FC236}">
                  <a16:creationId id="{ED09895C-7171-AD4F-877A-4A7809E1A8A3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329452" y="1210605"/>
              <a:ext cx="1097280" cy="109728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7" name="Straight Connector 286">
              <a:extLst>
                <a:ext uri="{FF2B5EF4-FFF2-40B4-BE49-F238E27FC236}">
                  <a16:creationId id="{C003967A-22EB-F047-98F9-692B2FBFD184}"/>
                </a:ext>
              </a:extLst>
            </p:cNvPr>
            <p:cNvCxnSpPr>
              <a:cxnSpLocks/>
            </p:cNvCxnSpPr>
            <p:nvPr/>
          </p:nvCxnSpPr>
          <p:spPr>
            <a:xfrm>
              <a:off x="6452683" y="936285"/>
              <a:ext cx="2850817" cy="164592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id="{A4FB82CA-E68F-AA4C-8DF4-795F4A99752B}"/>
                </a:ext>
              </a:extLst>
            </p:cNvPr>
            <p:cNvCxnSpPr>
              <a:cxnSpLocks/>
            </p:cNvCxnSpPr>
            <p:nvPr/>
          </p:nvCxnSpPr>
          <p:spPr>
            <a:xfrm>
              <a:off x="7882857" y="104824"/>
              <a:ext cx="0" cy="330332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id="{D844977C-3BC0-3644-983C-21C0E93D03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8159" y="935649"/>
              <a:ext cx="2840729" cy="16466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Oval 289">
              <a:extLst>
                <a:ext uri="{FF2B5EF4-FFF2-40B4-BE49-F238E27FC236}">
                  <a16:creationId id="{7E9363C9-A57D-624C-8F2D-1C5E4040033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609980" y="1546614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1" name="Oval 290">
              <a:extLst>
                <a:ext uri="{FF2B5EF4-FFF2-40B4-BE49-F238E27FC236}">
                  <a16:creationId id="{721F0AB5-8DCB-C847-8367-72A21C661BA4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907445" y="1722406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6" name="Oval 305">
              <a:extLst>
                <a:ext uri="{FF2B5EF4-FFF2-40B4-BE49-F238E27FC236}">
                  <a16:creationId id="{7EEF10FA-22F5-E74C-96BD-DB268200C59A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62214" y="2273568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9" name="Oval 308">
              <a:extLst>
                <a:ext uri="{FF2B5EF4-FFF2-40B4-BE49-F238E27FC236}">
                  <a16:creationId id="{7EFE273D-62B9-5343-8DB8-ACD649FA259C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6648453" y="99545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2" name="Oval 301">
              <a:extLst>
                <a:ext uri="{FF2B5EF4-FFF2-40B4-BE49-F238E27FC236}">
                  <a16:creationId id="{6A632A68-AD01-C546-A855-4AB8A0D3ACB7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7757874" y="292278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5" name="Oval 304">
              <a:extLst>
                <a:ext uri="{FF2B5EF4-FFF2-40B4-BE49-F238E27FC236}">
                  <a16:creationId id="{EC603C61-7427-0949-8AE6-F8BBE299A23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7757874" y="36655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4" name="Oval 293">
              <a:extLst>
                <a:ext uri="{FF2B5EF4-FFF2-40B4-BE49-F238E27FC236}">
                  <a16:creationId id="{81577C37-073A-1547-98C1-E4DBFEF109C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864753" y="1000532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id="{B08728A2-1EE7-ED48-A52D-41926511430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6650994" y="227864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8" name="Oval 297">
              <a:extLst>
                <a:ext uri="{FF2B5EF4-FFF2-40B4-BE49-F238E27FC236}">
                  <a16:creationId id="{00B4B64A-D55B-904B-B310-CED95BD93621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57873" y="723335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9" name="Oval 298">
              <a:extLst>
                <a:ext uri="{FF2B5EF4-FFF2-40B4-BE49-F238E27FC236}">
                  <a16:creationId id="{15E668FD-9A72-DF4C-AF04-31DF445C3F4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283703" y="1910483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0" name="Oval 299">
              <a:extLst>
                <a:ext uri="{FF2B5EF4-FFF2-40B4-BE49-F238E27FC236}">
                  <a16:creationId id="{628F0388-77A7-C948-9113-C171CDCCB308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229605" y="1363697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1" name="Oval 300">
              <a:extLst>
                <a:ext uri="{FF2B5EF4-FFF2-40B4-BE49-F238E27FC236}">
                  <a16:creationId id="{D31F5CA5-F76C-1F44-A5CB-33B68C4DB79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59247" y="2545966"/>
              <a:ext cx="243840" cy="24384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9" name="Oval 268">
              <a:extLst>
                <a:ext uri="{FF2B5EF4-FFF2-40B4-BE49-F238E27FC236}">
                  <a16:creationId id="{453FF256-C0E8-DE48-B2C4-63164B15537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6172" y="292469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0" name="Oval 269">
              <a:extLst>
                <a:ext uri="{FF2B5EF4-FFF2-40B4-BE49-F238E27FC236}">
                  <a16:creationId id="{7F67D991-6183-6647-91C2-2E3CEBB95E5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648045" y="993790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1" name="Oval 270">
              <a:extLst>
                <a:ext uri="{FF2B5EF4-FFF2-40B4-BE49-F238E27FC236}">
                  <a16:creationId id="{E1700A36-20C4-AC43-8B71-920BBA88424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651854" y="2277895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2" name="Oval 271">
              <a:extLst>
                <a:ext uri="{FF2B5EF4-FFF2-40B4-BE49-F238E27FC236}">
                  <a16:creationId id="{9BE88BC4-8AE7-CF4E-BB4D-9C6A190A0C1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284445" y="1909240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id="{6B7F5133-5259-D34A-9C2A-C001A0EE4AD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230785" y="1363061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4" name="Oval 273">
              <a:extLst>
                <a:ext uri="{FF2B5EF4-FFF2-40B4-BE49-F238E27FC236}">
                  <a16:creationId id="{3BE1E6B1-3268-A043-83CA-A804A64D423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7876" y="2544508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5" name="Oval 274">
              <a:extLst>
                <a:ext uri="{FF2B5EF4-FFF2-40B4-BE49-F238E27FC236}">
                  <a16:creationId id="{AE36FB7E-26A9-CA4B-AF48-8758E5AC0B7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909475" y="1721882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id="{D7617DEA-04F7-694A-8111-DF863AF77DE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611063" y="1544371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7" name="Oval 276">
              <a:extLst>
                <a:ext uri="{FF2B5EF4-FFF2-40B4-BE49-F238E27FC236}">
                  <a16:creationId id="{EC75282E-2D3B-704B-99BE-469C2D5A265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7922" y="724408"/>
              <a:ext cx="243840" cy="24384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278" name="Oval 277">
              <a:extLst>
                <a:ext uri="{FF2B5EF4-FFF2-40B4-BE49-F238E27FC236}">
                  <a16:creationId id="{881E6A02-8CBE-FF4B-8413-C3A80A442AB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63802" y="2272469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79" name="Oval 278">
              <a:extLst>
                <a:ext uri="{FF2B5EF4-FFF2-40B4-BE49-F238E27FC236}">
                  <a16:creationId id="{34CB681F-F31D-8B49-9F2E-160196F77A8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66923" y="1000532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280" name="Oval 279">
              <a:extLst>
                <a:ext uri="{FF2B5EF4-FFF2-40B4-BE49-F238E27FC236}">
                  <a16:creationId id="{351D3BBD-1C43-124C-865E-57403D2E3FF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58712" y="367286"/>
              <a:ext cx="243840" cy="24384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id="{23A1B426-51B9-4240-87D8-B924F084461F}"/>
                </a:ext>
              </a:extLst>
            </p:cNvPr>
            <p:cNvSpPr txBox="1"/>
            <p:nvPr/>
          </p:nvSpPr>
          <p:spPr>
            <a:xfrm>
              <a:off x="6953738" y="6230044"/>
              <a:ext cx="194636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2D representation with hints</a:t>
              </a:r>
              <a:b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100" i="1" dirty="0">
                  <a:solidFill>
                    <a:srgbClr val="7030A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of geometrical structure.</a:t>
              </a:r>
            </a:p>
          </p:txBody>
        </p:sp>
      </p:grpSp>
      <p:sp>
        <p:nvSpPr>
          <p:cNvPr id="310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186526289"/>
      </p:ext>
    </p:extLst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Anti-Down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0" y="1192205"/>
            <a:ext cx="574452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12: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Personality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 : positrinos at +e/6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+ 1/3 e : net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 3 dimensions of stability/containment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orbiting electrino : </a:t>
            </a:r>
            <a:r>
              <a:rPr lang="en-US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coupled at different energy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strongly orthogonal at v &lt;&lt; 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 II and Gen III binary energy shielding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Transacts energy in h-bar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95C19947-6A5A-8FDF-7046-E96ADE2A9B05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id="{2372714F-F418-364D-9EAF-4EAC4CA73DB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608" y="1994632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id="{A585607E-72C5-A849-A0C4-68961C0E005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399" y="427547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272C836F-17C9-174D-8F7E-69184014B1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2280" y="474649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10BD1FE3-6254-EA44-95CB-BD549789B86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068" y="233797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117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5117961"/>
      </p:ext>
    </p:extLst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72" y="365125"/>
            <a:ext cx="5362072" cy="77787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Anti-Strange Quark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616" y="5488030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id="{B26F77A1-1137-6136-82F2-B5382AA1F646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84" name="Oval 83">
              <a:extLst>
                <a:ext uri="{FF2B5EF4-FFF2-40B4-BE49-F238E27FC236}">
                  <a16:creationId id="{120E8571-4B2B-3245-ACD2-31523614822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id="{7CDFF705-E6C9-AD4A-90E5-3F59923F1E66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id="{9F7FFBBC-0053-8245-B096-83D8FA88E719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id="{91BA0D10-FBBC-4F4A-A38E-40133A5DD4E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id="{341A685D-1B34-A341-9C9C-748DE1CB7E4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id="{8C8E287D-0FFF-454E-BE8D-BAF9D9BAAC63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id="{D9339FA9-408D-EB4A-AFBE-9FA5409E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id="{962B70A9-8B04-FB4E-B11F-134FAE34381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id="{E9B443A3-7017-6A42-A588-CFC6A3B986D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id="{2DFC7531-14F6-C149-8D6F-7E578EE06CDB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id="{C0A7E9C9-1E74-E246-8BA8-E18C62C9477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id="{8015580D-0208-D14D-8EEA-0EC99756250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id="{223339B5-9EE2-5D47-9D10-9B8012F7BAF8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id="{5D05B102-4133-D348-A6BD-714CF62132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id="{1B870288-A2E3-F343-B1C4-478949357255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id="{7C2511EF-119A-5B4E-8999-BA3C90FD5F2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id="{33AD4CD2-A410-F845-88A4-395AF444112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id="{6726E848-A806-7248-BA89-A5A7058E6D59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id="{544B36C6-4B52-9346-99A9-5F3442394383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id="{2D6CCB76-F1E2-504B-A47C-D0C109CD5D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5657" y="2795967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id="{23BF5D2E-DFCE-0544-8F4B-D39B41EEFC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3513" y="393330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id="{D356D598-8370-8A41-96B3-6DFA751DC0A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999123" y="324435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id="{BAF19717-F366-F04D-98D6-E511DBD5408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7898" y="302295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id="{B58E9546-E4A7-DA43-AC24-8A8A4D59158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1224" y="1550490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id="{099A7789-CF1E-F44A-99E6-DAE8DF585CE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0250" y="34796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id="{FAAFBCDE-E86D-BC44-B181-6045B1478FC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8977" y="3939655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id="{E54522B5-FDBC-304C-9AAF-B764FCFF2CD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420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272C836F-17C9-174D-8F7E-69184014B1F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2280" y="474649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10BD1FE3-6254-EA44-95CB-BD549789B86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6068" y="233797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51" name="Title 4">
            <a:extLst>
              <a:ext uri="{FF2B5EF4-FFF2-40B4-BE49-F238E27FC236}">
                <a16:creationId id="{9C6E51FE-D57D-E24E-9F4D-F51967E55BC1}"/>
              </a:ext>
            </a:extLst>
          </p:cNvPr>
          <p:cNvSpPr txBox="1">
            <a:spLocks/>
          </p:cNvSpPr>
          <p:nvPr/>
        </p:nvSpPr>
        <p:spPr>
          <a:xfrm>
            <a:off x="6188248" y="365126"/>
            <a:ext cx="5362072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Anti-Bottom Quark</a:t>
            </a:r>
          </a:p>
        </p:txBody>
      </p:sp>
      <p:sp>
        <p:nvSpPr>
          <p:cNvPr id="52" name="TextBox 51">
            <a:extLst>
              <a:ext uri="{FF2B5EF4-FFF2-40B4-BE49-F238E27FC236}">
                <a16:creationId id="{64733EED-C68E-854B-A4F8-DF31DADD991B}"/>
              </a:ext>
            </a:extLst>
          </p:cNvPr>
          <p:cNvSpPr txBox="1"/>
          <p:nvPr/>
        </p:nvSpPr>
        <p:spPr>
          <a:xfrm>
            <a:off x="7892092" y="5488031"/>
            <a:ext cx="1946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id="{DA0B1D16-095D-C2AF-CA40-81FC1CB9B0D6}"/>
              </a:ext>
            </a:extLst>
          </p:cNvPr>
          <p:cNvGrpSpPr/>
          <p:nvPr/>
        </p:nvGrpSpPr>
        <p:grpSpPr>
          <a:xfrm>
            <a:off x="7077076" y="1222377"/>
            <a:ext cx="3563522" cy="4129159"/>
            <a:chOff x="7077076" y="1222377"/>
            <a:chExt cx="3563522" cy="4129159"/>
          </a:xfrm>
        </p:grpSpPr>
        <p:sp>
          <p:nvSpPr>
            <p:cNvPr id="63" name="Oval 62">
              <a:extLst>
                <a:ext uri="{FF2B5EF4-FFF2-40B4-BE49-F238E27FC236}">
                  <a16:creationId id="{C1F7625F-0A97-3542-990F-213BDFDB1AA0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630237" y="3061803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id="{4321CC05-8B8E-CF4A-8900-87F1C54AF0E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715837" y="2147403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id="{D5DE52A9-4A0F-A248-8359-F9A784CE2848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258637" y="1690203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id="{B72AF9C7-9D11-8C43-A41E-6C405682F06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8173037" y="2604603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id="{2CE61EFC-5353-C54C-9D63-55A5FB3207CC}"/>
                </a:ext>
              </a:extLst>
            </p:cNvPr>
            <p:cNvCxnSpPr>
              <a:cxnSpLocks/>
            </p:cNvCxnSpPr>
            <p:nvPr/>
          </p:nvCxnSpPr>
          <p:spPr>
            <a:xfrm>
              <a:off x="7077076" y="2261703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id="{81385DB0-7512-9C46-9613-4E749029DF17}"/>
                </a:ext>
              </a:extLst>
            </p:cNvPr>
            <p:cNvCxnSpPr>
              <a:cxnSpLocks/>
            </p:cNvCxnSpPr>
            <p:nvPr/>
          </p:nvCxnSpPr>
          <p:spPr>
            <a:xfrm>
              <a:off x="8864793" y="1222377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id="{DD437630-E03E-0E4F-9C7D-576F111A7C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3921" y="2260908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id="{F663557F-D4D0-C64F-BCC0-9E895F99502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523697" y="30246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id="{30B8E140-7EE5-984B-86B2-E839E611A02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8895528" y="32443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id="{B3667A3A-4D77-2649-9E0B-14AFA1204231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0088989" y="393330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id="{22C5A6DD-32DB-3549-95D9-55D7530EF5AF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7321789" y="233566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id="{ADEB12A3-EE4D-5445-BBDE-152A83DC8313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708564" y="474482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id="{FDE03EAB-6503-924B-8485-DF477B4992C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8708564" y="154954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id="{6764E953-00F8-5B47-B2CC-334E48F8F9C0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0092164" y="2342012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id="{883A7288-9AEF-7E42-8504-3CD9683278C4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7324964" y="393965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id="{2A802394-675E-F04D-8BFA-E902E47C544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708563" y="1995516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id="{685BDC0F-1CB2-CB4B-80F0-6853A2914287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8115851" y="347945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id="{4FAE54E6-B299-0C4A-9678-56C40B7A2BA2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9298228" y="2795968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id="{8A4AAB67-1707-0542-AAAD-B57D4881F7A0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710281" y="42738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id="{94A9AC95-0DF3-A047-B169-55552D1C64C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088989" y="393330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id="{24A0E28C-D269-EB49-982B-685AC840D90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894599" y="324435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id="{CEE457B5-C809-F04E-98CF-7A26994575B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523374" y="3022953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id="{941E22AD-2B3E-9B4E-80DD-866602D8C28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06700" y="155049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id="{4A43A5D1-97E1-AC40-95E9-5794E5EBF75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24453" y="39396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id="{1DB04A38-4725-244D-9A8D-01DC87619CF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0092164" y="234201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id="{1F6D7730-C436-4840-98AD-A0B5031CA36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07756" y="474649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id="{051E74ED-9F9D-A449-B0E0-D5E7227882B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21544" y="2337974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</p:grp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374039573"/>
      </p:ext>
    </p:extLst>
  </p:cSld>
  <p:clrMapOvr>
    <a:masterClrMapping/>
  </p:clrMapOvr>
</p:sld>
</file>

<file path=ppt/slides/slide28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7682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Electron Neutrino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9391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03975" y="1579219"/>
            <a:ext cx="61963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6: Total immutable architrinos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electrinos at -e/6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: positrinos at +e/6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0: Personality architrinos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Low energy Generation 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Partial Gen II and Gen III binary energy shielding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Wobbly assembly geometry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Oscillation of apparent 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in three dimensional spacetime aether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398234" y="5711400"/>
            <a:ext cx="31117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of three nested and coupled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binaries at different energy scales.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A7A84DDE-A9C0-B0E4-DBDA-3C4F48FBC571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56" name="Oval 55">
              <a:extLst>
                <a:ext uri="{FF2B5EF4-FFF2-40B4-BE49-F238E27FC236}">
                  <a16:creationId id="{B58EA23A-9509-4547-A556-333EF8EA22C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id="{14D6FB44-10AD-EB4D-8E4D-5B211091A27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id="{1CB5FD19-A89C-1244-85BD-9F0FFF80881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id="{2C9455DF-A408-2841-84BC-E4AAA85C453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id="{C49935D3-D79A-204A-89C1-3D0220F213E2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id="{559591DA-B102-6D47-BFEC-25D01DCBFBF4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id="{1FB58A5E-9EF4-E643-B699-1BED00EBE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id="{EF8B77D1-70A3-5F4B-971A-32B6D553B94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id="{D60A46B4-18FE-0441-BCC3-AAC54E28BB4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id="{3E5B7D9B-44AF-1E49-97BC-248C580854E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id="{D09A503B-92CB-8E4D-9C8A-FDF1ED92D05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id="{D6917B9E-C479-1942-8D2C-56E5122C18F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id="{C8704AEF-49F9-E649-A4B4-3CECC52A2DF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id="{599DA9DA-4F0C-6740-938E-B151E0B2AD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id="{05A056DA-BE40-374A-A14A-6E081DD7ABE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id="{37153B62-8EA7-8241-93B9-BDAE19A9AE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id="{2282F14F-B527-DF4D-A174-C26D495111B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id="{1609C7D3-4221-1340-BD26-C6C1298413F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id="{46C7AB23-234F-CC42-9354-E5E25CAECCB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id="{C27A5A0E-F717-964E-AE1C-9DD4FAB9020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142DE6EC-3BAC-204F-869D-4F144379D6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1F85EE91-2DE3-9B4B-958E-71343B8CDDE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091" y="4271981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89613366-2E10-BA4D-8274-70E76F70AF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E66AFE6C-191C-0B44-85BC-35230A6F9F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id="{C0E1C635-20A6-FD45-8A4E-D114A7E8605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3148" y="1996856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id="{BD4E0659-E00E-2841-8214-DBEF601B52C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id="{DC18B411-A73B-BB49-AA61-80ABC524A81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id="{5E22E2CC-2F72-7148-8939-ABDBC64E100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id="{E9620CBA-C069-2546-9358-74DC2033CD5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id="{8ED78B70-180D-B246-A564-EA10700CCBE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id="{C337907D-1F41-7C41-9E7E-63324B14084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3993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86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024826275"/>
      </p:ext>
    </p:extLst>
  </p:cSld>
  <p:clrMapOvr>
    <a:masterClrMapping/>
  </p:clrMapOvr>
</p:sld>
</file>

<file path=ppt/slides/slide29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7682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Muon Neutrino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9391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1" y="1192205"/>
            <a:ext cx="61963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0: Personality architrinos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Low energy Generation 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: orbiting electrino : positrino binaries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Partial Gen III binary energy shielding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Oscillation of apparent 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3</a:t>
            </a:r>
            <a:r>
              <a:rPr lang="en-US" baseline="300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80925" y="5695358"/>
            <a:ext cx="19463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41B98686-ECCE-0848-5654-217A4651C9F2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56" name="Oval 55">
              <a:extLst>
                <a:ext uri="{FF2B5EF4-FFF2-40B4-BE49-F238E27FC236}">
                  <a16:creationId id="{B58EA23A-9509-4547-A556-333EF8EA22C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id="{14D6FB44-10AD-EB4D-8E4D-5B211091A27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id="{1CB5FD19-A89C-1244-85BD-9F0FFF80881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id="{2C9455DF-A408-2841-84BC-E4AAA85C453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id="{C49935D3-D79A-204A-89C1-3D0220F213E2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id="{559591DA-B102-6D47-BFEC-25D01DCBFBF4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id="{1FB58A5E-9EF4-E643-B699-1BED00EBE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id="{EF8B77D1-70A3-5F4B-971A-32B6D553B94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id="{D60A46B4-18FE-0441-BCC3-AAC54E28BB4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id="{3E5B7D9B-44AF-1E49-97BC-248C580854E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id="{D09A503B-92CB-8E4D-9C8A-FDF1ED92D05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id="{D6917B9E-C479-1942-8D2C-56E5122C18F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id="{C8704AEF-49F9-E649-A4B4-3CECC52A2DF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id="{599DA9DA-4F0C-6740-938E-B151E0B2AD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id="{05A056DA-BE40-374A-A14A-6E081DD7ABE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id="{37153B62-8EA7-8241-93B9-BDAE19A9AE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id="{2282F14F-B527-DF4D-A174-C26D495111B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id="{1609C7D3-4221-1340-BD26-C6C1298413F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id="{46C7AB23-234F-CC42-9354-E5E25CAECCB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id="{C27A5A0E-F717-964E-AE1C-9DD4FAB9020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221302" y="3477896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id="{142DE6EC-3BAC-204F-869D-4F144379D6F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4228" y="279517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id="{89613366-2E10-BA4D-8274-70E76F70AF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E66AFE6C-191C-0B44-85BC-35230A6F9F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id="{1906DEAE-09F2-7A48-AAB1-8F14968F5DF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id="{912C64B7-5701-AA4D-B7FC-AF30B6C0DDD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id="{7D5650EB-85FF-A545-BDE7-0FA2108DFB3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id="{6DFC1832-298E-A740-BB63-B2EB6DC31E5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id="{3E2D4E0A-30DD-F342-8BC1-244E2CE526E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id="{B7D07778-07E1-454E-94AA-2921BDABD58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3993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8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875589619"/>
      </p:ext>
    </p:extLst>
  </p:cSld>
  <p:clrMapOvr>
    <a:masterClrMapping/>
  </p:clrMapOvr>
</p:sld>
</file>

<file path=ppt/slides/slide30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id="{8B9F2801-314B-3743-8406-886D110B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7682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Tau Neutrino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id="{9D9787B4-78F2-E94F-B4AF-51DD5B0F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9391"/>
            <a:ext cx="4114800" cy="365125"/>
          </a:xfrm>
        </p:spPr>
        <p:txBody>
          <a:bodyPr/>
          <a:lstStyle/>
          <a:p>
            <a:r>
              <a:rPr lang="en-US" dirty="0"/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3F6F3E46-3F75-0E4D-8285-54B5E9DCE559}"/>
              </a:ext>
            </a:extLst>
          </p:cNvPr>
          <p:cNvSpPr txBox="1"/>
          <p:nvPr/>
        </p:nvSpPr>
        <p:spPr>
          <a:xfrm>
            <a:off x="5794941" y="1192205"/>
            <a:ext cx="61963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0: Personality architrinos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Low energy Generation III Noether energy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 : orbiting electrino : </a:t>
            </a:r>
            <a:r>
              <a:rPr lang="en-US" dirty="0" err="1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Unstable without 2</a:t>
            </a:r>
            <a:r>
              <a:rPr lang="en-US" baseline="300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nd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3</a:t>
            </a:r>
            <a:r>
              <a:rPr lang="en-US" baseline="300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dimension of containment.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172F0452-6DE8-6648-A322-5F51979D58C2}"/>
              </a:ext>
            </a:extLst>
          </p:cNvPr>
          <p:cNvSpPr txBox="1"/>
          <p:nvPr/>
        </p:nvSpPr>
        <p:spPr>
          <a:xfrm>
            <a:off x="1996968" y="5623169"/>
            <a:ext cx="19463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2D representation with hints</a:t>
            </a:r>
            <a:b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i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geometrical structure.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id="{E3AC2778-FE84-D81C-8437-D297B07B6496}"/>
              </a:ext>
            </a:extLst>
          </p:cNvPr>
          <p:cNvGrpSpPr/>
          <p:nvPr/>
        </p:nvGrpSpPr>
        <p:grpSpPr>
          <a:xfrm>
            <a:off x="1181600" y="1222376"/>
            <a:ext cx="3563522" cy="4129159"/>
            <a:chOff x="1181600" y="1222376"/>
            <a:chExt cx="3563522" cy="4129159"/>
          </a:xfrm>
        </p:grpSpPr>
        <p:sp>
          <p:nvSpPr>
            <p:cNvPr id="56" name="Oval 55">
              <a:extLst>
                <a:ext uri="{FF2B5EF4-FFF2-40B4-BE49-F238E27FC236}">
                  <a16:creationId id="{B58EA23A-9509-4547-A556-333EF8EA22C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734761" y="3061802"/>
              <a:ext cx="457200" cy="4572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id="{14D6FB44-10AD-EB4D-8E4D-5B211091A27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820361" y="2147402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id="{1CB5FD19-A89C-1244-85BD-9F0FFF808812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1363161" y="1690202"/>
              <a:ext cx="3200400" cy="32004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id="{2C9455DF-A408-2841-84BC-E4AAA85C453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2277561" y="2604602"/>
              <a:ext cx="1371600" cy="1371600"/>
            </a:xfrm>
            <a:prstGeom prst="ellipse">
              <a:avLst/>
            </a:prstGeom>
            <a:noFill/>
            <a:ln w="762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id="{C49935D3-D79A-204A-89C1-3D0220F213E2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00" y="2261702"/>
              <a:ext cx="3563522" cy="20574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id="{559591DA-B102-6D47-BFEC-25D01DCBFBF4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17" y="1222376"/>
              <a:ext cx="0" cy="412915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id="{1FB58A5E-9EF4-E643-B699-1BED00EBE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445" y="2260907"/>
              <a:ext cx="3550911" cy="2058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id="{EF8B77D1-70A3-5F4B-971A-32B6D553B948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2628221" y="302461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id="{D60A46B4-18FE-0441-BCC3-AAC54E28BB4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3000052" y="324435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id="{3E5B7D9B-44AF-1E49-97BC-248C580854E3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4193513" y="393330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id="{D09A503B-92CB-8E4D-9C8A-FDF1ED92D05E}"/>
                </a:ext>
              </a:extLst>
            </p:cNvPr>
            <p:cNvSpPr>
              <a:spLocks noChangeAspect="1"/>
            </p:cNvSpPr>
            <p:nvPr/>
          </p:nvSpPr>
          <p:spPr>
            <a:xfrm rot="1800000" flipH="1">
              <a:off x="1426313" y="233566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id="{D6917B9E-C479-1942-8D2C-56E5122C18F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474482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id="{C8704AEF-49F9-E649-A4B4-3CECC52A2DF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813088" y="1549539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id="{599DA9DA-4F0C-6740-938E-B151E0B2AD4E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4196688" y="2342011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id="{05A056DA-BE40-374A-A14A-6E081DD7ABE3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1429488" y="393965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id="{37153B62-8EA7-8241-93B9-BDAE19A9AE0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3087" y="1995515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id="{2282F14F-B527-DF4D-A174-C26D495111BD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2220375" y="3479450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id="{1609C7D3-4221-1340-BD26-C6C1298413FF}"/>
                </a:ext>
              </a:extLst>
            </p:cNvPr>
            <p:cNvSpPr>
              <a:spLocks noChangeAspect="1"/>
            </p:cNvSpPr>
            <p:nvPr/>
          </p:nvSpPr>
          <p:spPr>
            <a:xfrm rot="19800000" flipH="1">
              <a:off x="3402752" y="2795967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id="{46C7AB23-234F-CC42-9354-E5E25CAECCBF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814805" y="4273804"/>
              <a:ext cx="304800" cy="3048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id="{89613366-2E10-BA4D-8274-70E76F70AFD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02590" y="3243698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id="{E66AFE6C-191C-0B44-85BC-35230A6F9FD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629575" y="3021810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id="{B65AC766-1BBF-574A-B6B5-DB056D9CA94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0961" y="4747211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id="{41A3086D-AEC3-694B-867D-6382B8706B3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25802" y="233358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id="{D4B3E9A6-11AF-E541-A37B-E8C98E8B3BE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430564" y="3938715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id="{A618F76A-A544-FE4D-9675-6DDF2DB70FB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5499" y="393193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id="{82305961-BDC6-5846-B618-6EE33A2E332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814136" y="1550453"/>
              <a:ext cx="304800" cy="304800"/>
            </a:xfrm>
            <a:prstGeom prst="ellipse">
              <a:avLst/>
            </a:prstGeom>
            <a:solidFill>
              <a:srgbClr val="0070C0"/>
            </a:solidFill>
          </p:spPr>
          <p:txBody>
            <a:bodyPr wrap="none" lIns="0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−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id="{598B99C0-D84C-3543-A4C9-B23D5249420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196688" y="2339934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txBody>
            <a:bodyPr wrap="none" lIns="9144" tIns="0" rIns="0" bIns="82296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</a:p>
          </p:txBody>
        </p:sp>
      </p:grpSp>
      <p:sp>
        <p:nvSpPr>
          <p:cNvPr id="8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040432816"/>
      </p:ext>
    </p:extLst>
  </p:cSld>
  <p:clrMapOvr>
    <a:masterClrMapping/>
  </p:clrMapOvr>
</p:sld>
</file>

<file path=ppt/slides/slide31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Table 188">
            <a:extLst>
              <a:ext uri="{FF2B5EF4-FFF2-40B4-BE49-F238E27FC236}">
                <a16:creationId id="{EB619562-74FF-818D-2986-2D7C75ED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237753357"/>
              </p:ext>
            </p:extLst>
          </p:nvPr>
        </p:nvGraphicFramePr>
        <p:xfrm>
          <a:off x="1081113" y="1053569"/>
          <a:ext cx="9951459" cy="413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094">
                  <a:extLst>
                    <a:ext uri="{9D8B030D-6E8A-4147-A177-3AD203B41FA5}">
                      <a16:colId val="3047361376"/>
                    </a:ext>
                  </a:extLst>
                </a:gridCol>
                <a:gridCol w="292418">
                  <a:extLst>
                    <a:ext uri="{9D8B030D-6E8A-4147-A177-3AD203B41FA5}">
                      <a16:colId val="3003183928"/>
                    </a:ext>
                  </a:extLst>
                </a:gridCol>
                <a:gridCol w="322389">
                  <a:extLst>
                    <a:ext uri="{9D8B030D-6E8A-4147-A177-3AD203B41FA5}">
                      <a16:colId val="942009004"/>
                    </a:ext>
                  </a:extLst>
                </a:gridCol>
                <a:gridCol w="322389">
                  <a:extLst>
                    <a:ext uri="{9D8B030D-6E8A-4147-A177-3AD203B41FA5}">
                      <a16:colId val="2880288227"/>
                    </a:ext>
                  </a:extLst>
                </a:gridCol>
                <a:gridCol w="375094">
                  <a:extLst>
                    <a:ext uri="{9D8B030D-6E8A-4147-A177-3AD203B41FA5}">
                      <a16:colId val="1164334149"/>
                    </a:ext>
                  </a:extLst>
                </a:gridCol>
                <a:gridCol w="375094">
                  <a:extLst>
                    <a:ext uri="{9D8B030D-6E8A-4147-A177-3AD203B41FA5}">
                      <a16:colId val="2697368413"/>
                    </a:ext>
                  </a:extLst>
                </a:gridCol>
                <a:gridCol w="435407">
                  <a:extLst>
                    <a:ext uri="{9D8B030D-6E8A-4147-A177-3AD203B41FA5}">
                      <a16:colId val="475691678"/>
                    </a:ext>
                  </a:extLst>
                </a:gridCol>
                <a:gridCol w="292418">
                  <a:extLst>
                    <a:ext uri="{9D8B030D-6E8A-4147-A177-3AD203B41FA5}">
                      <a16:colId val="717952823"/>
                    </a:ext>
                  </a:extLst>
                </a:gridCol>
                <a:gridCol w="349568">
                  <a:extLst>
                    <a:ext uri="{9D8B030D-6E8A-4147-A177-3AD203B41FA5}">
                      <a16:colId val="143612642"/>
                    </a:ext>
                  </a:extLst>
                </a:gridCol>
                <a:gridCol w="349568">
                  <a:extLst>
                    <a:ext uri="{9D8B030D-6E8A-4147-A177-3AD203B41FA5}">
                      <a16:colId val="3959720076"/>
                    </a:ext>
                  </a:extLst>
                </a:gridCol>
                <a:gridCol w="406718">
                  <a:extLst>
                    <a:ext uri="{9D8B030D-6E8A-4147-A177-3AD203B41FA5}">
                      <a16:colId val="2382518999"/>
                    </a:ext>
                  </a:extLst>
                </a:gridCol>
                <a:gridCol w="406718">
                  <a:extLst>
                    <a:ext uri="{9D8B030D-6E8A-4147-A177-3AD203B41FA5}">
                      <a16:colId val="3803953352"/>
                    </a:ext>
                  </a:extLst>
                </a:gridCol>
                <a:gridCol w="463868">
                  <a:extLst>
                    <a:ext uri="{9D8B030D-6E8A-4147-A177-3AD203B41FA5}">
                      <a16:colId val="612620397"/>
                    </a:ext>
                  </a:extLst>
                </a:gridCol>
                <a:gridCol w="292418">
                  <a:extLst>
                    <a:ext uri="{9D8B030D-6E8A-4147-A177-3AD203B41FA5}">
                      <a16:colId val="186965978"/>
                    </a:ext>
                  </a:extLst>
                </a:gridCol>
                <a:gridCol w="349568">
                  <a:extLst>
                    <a:ext uri="{9D8B030D-6E8A-4147-A177-3AD203B41FA5}">
                      <a16:colId val="1088640121"/>
                    </a:ext>
                  </a:extLst>
                </a:gridCol>
                <a:gridCol w="349568">
                  <a:extLst>
                    <a:ext uri="{9D8B030D-6E8A-4147-A177-3AD203B41FA5}">
                      <a16:colId val="1527608055"/>
                    </a:ext>
                  </a:extLst>
                </a:gridCol>
                <a:gridCol w="406718">
                  <a:extLst>
                    <a:ext uri="{9D8B030D-6E8A-4147-A177-3AD203B41FA5}">
                      <a16:colId val="2268619195"/>
                    </a:ext>
                  </a:extLst>
                </a:gridCol>
                <a:gridCol w="406718">
                  <a:extLst>
                    <a:ext uri="{9D8B030D-6E8A-4147-A177-3AD203B41FA5}">
                      <a16:colId val="864504614"/>
                    </a:ext>
                  </a:extLst>
                </a:gridCol>
                <a:gridCol w="463868">
                  <a:extLst>
                    <a:ext uri="{9D8B030D-6E8A-4147-A177-3AD203B41FA5}">
                      <a16:colId val="3192297510"/>
                    </a:ext>
                  </a:extLst>
                </a:gridCol>
                <a:gridCol w="292418">
                  <a:extLst>
                    <a:ext uri="{9D8B030D-6E8A-4147-A177-3AD203B41FA5}">
                      <a16:colId val="3467193364"/>
                    </a:ext>
                  </a:extLst>
                </a:gridCol>
                <a:gridCol w="349568">
                  <a:extLst>
                    <a:ext uri="{9D8B030D-6E8A-4147-A177-3AD203B41FA5}">
                      <a16:colId val="368205280"/>
                    </a:ext>
                  </a:extLst>
                </a:gridCol>
                <a:gridCol w="349568">
                  <a:extLst>
                    <a:ext uri="{9D8B030D-6E8A-4147-A177-3AD203B41FA5}">
                      <a16:colId val="1670926922"/>
                    </a:ext>
                  </a:extLst>
                </a:gridCol>
                <a:gridCol w="406718">
                  <a:extLst>
                    <a:ext uri="{9D8B030D-6E8A-4147-A177-3AD203B41FA5}">
                      <a16:colId val="3724559488"/>
                    </a:ext>
                  </a:extLst>
                </a:gridCol>
                <a:gridCol w="406718">
                  <a:extLst>
                    <a:ext uri="{9D8B030D-6E8A-4147-A177-3AD203B41FA5}">
                      <a16:colId val="1905551138"/>
                    </a:ext>
                  </a:extLst>
                </a:gridCol>
                <a:gridCol w="463868">
                  <a:extLst>
                    <a:ext uri="{9D8B030D-6E8A-4147-A177-3AD203B41FA5}">
                      <a16:colId val="110543510"/>
                    </a:ext>
                  </a:extLst>
                </a:gridCol>
              </a:tblGrid>
              <a:tr h="23100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val="1767277355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left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val="1712677001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4119309479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1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873191364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2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2732394328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3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3317477672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id="{37E3ED77-DD6E-53EB-9883-6EB136BA56D2}"/>
              </a:ext>
            </a:extLst>
          </p:cNvPr>
          <p:cNvSpPr txBox="1"/>
          <p:nvPr/>
        </p:nvSpPr>
        <p:spPr>
          <a:xfrm>
            <a:off x="7200067" y="6318069"/>
            <a:ext cx="2755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mention frequency f1 f2 f3.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id="{AF95AB0C-C70D-675F-7000-EBBBD57588A4}"/>
              </a:ext>
            </a:extLst>
          </p:cNvPr>
          <p:cNvGrpSpPr/>
          <p:nvPr/>
        </p:nvGrpSpPr>
        <p:grpSpPr>
          <a:xfrm>
            <a:off x="2095159" y="1280104"/>
            <a:ext cx="8861753" cy="1961951"/>
            <a:chOff x="1139187" y="307263"/>
            <a:chExt cx="8861753" cy="1961951"/>
          </a:xfrm>
        </p:grpSpPr>
        <p:grpSp>
          <p:nvGrpSpPr>
            <p:cNvPr id="2" name="Group 1">
              <a:extLst>
                <a:ext uri="{FF2B5EF4-FFF2-40B4-BE49-F238E27FC236}">
                  <a16:creationId id="{C5052FD9-BB22-F1AB-29F1-281E05F5F6D2}"/>
                </a:ext>
              </a:extLst>
            </p:cNvPr>
            <p:cNvGrpSpPr/>
            <p:nvPr/>
          </p:nvGrpSpPr>
          <p:grpSpPr>
            <a:xfrm>
              <a:off x="8037485" y="728716"/>
              <a:ext cx="1813219" cy="1220898"/>
              <a:chOff x="8275229" y="2846286"/>
              <a:chExt cx="1813219" cy="1220898"/>
            </a:xfrm>
          </p:grpSpPr>
          <p:sp>
            <p:nvSpPr>
              <p:cNvPr id="49" name="Triangle 48">
                <a:extLst>
                  <a:ext uri="{FF2B5EF4-FFF2-40B4-BE49-F238E27FC236}">
                    <a16:creationId id="{170EB429-15E2-14A0-48CA-9CB539A4C9D8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riangle 49">
                <a:extLst>
                  <a:ext uri="{FF2B5EF4-FFF2-40B4-BE49-F238E27FC236}">
                    <a16:creationId id="{42C614A3-07F4-89F3-39C9-9D2A4084C04F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iangle 50">
                <a:extLst>
                  <a:ext uri="{FF2B5EF4-FFF2-40B4-BE49-F238E27FC236}">
                    <a16:creationId id="{57E865BE-D5BF-3914-D9C0-A7308A3A8A0C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id="{80A59564-48B3-8AA8-5F4B-0F8D275144E2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riangle 52">
                <a:extLst>
                  <a:ext uri="{FF2B5EF4-FFF2-40B4-BE49-F238E27FC236}">
                    <a16:creationId id="{347F4A46-5921-4159-B031-793822BCAC96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riangle 53">
                <a:extLst>
                  <a:ext uri="{FF2B5EF4-FFF2-40B4-BE49-F238E27FC236}">
                    <a16:creationId id="{25C529E8-1AB7-D044-D497-E5D0D62854FE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id="{8C2B8D0C-EE09-7CC3-3F99-791685655C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id="{B5A710F3-8842-2620-2FBE-5F890FEEA7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id="{10B1806D-FBA5-3E4E-D561-C51160391AF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id="{06CBB8AC-0334-7A1F-90B1-A49522596E5B}"/>
                </a:ext>
              </a:extLst>
            </p:cNvPr>
            <p:cNvGrpSpPr/>
            <p:nvPr/>
          </p:nvGrpSpPr>
          <p:grpSpPr>
            <a:xfrm>
              <a:off x="3566294" y="728716"/>
              <a:ext cx="1813219" cy="1220898"/>
              <a:chOff x="6148696" y="2846286"/>
              <a:chExt cx="1813219" cy="1220898"/>
            </a:xfrm>
          </p:grpSpPr>
          <p:sp>
            <p:nvSpPr>
              <p:cNvPr id="71" name="Triangle 70">
                <a:extLst>
                  <a:ext uri="{FF2B5EF4-FFF2-40B4-BE49-F238E27FC236}">
                    <a16:creationId id="{12B34350-9B54-9464-F73D-8EEEF6C4EE13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iangle 71">
                <a:extLst>
                  <a:ext uri="{FF2B5EF4-FFF2-40B4-BE49-F238E27FC236}">
                    <a16:creationId id="{B666F65F-EB53-773D-B6DA-6AD5438C7F9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riangle 72">
                <a:extLst>
                  <a:ext uri="{FF2B5EF4-FFF2-40B4-BE49-F238E27FC236}">
                    <a16:creationId id="{26401045-0F2F-0961-D034-14CBC8EA50BB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riangle 73">
                <a:extLst>
                  <a:ext uri="{FF2B5EF4-FFF2-40B4-BE49-F238E27FC236}">
                    <a16:creationId id="{40E52BE1-00D8-1CAD-7E8D-AB0C479F3579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riangle 74">
                <a:extLst>
                  <a:ext uri="{FF2B5EF4-FFF2-40B4-BE49-F238E27FC236}">
                    <a16:creationId id="{93CFA62D-2D6E-8B0E-1F67-E4356256B439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riangle 75">
                <a:extLst>
                  <a:ext uri="{FF2B5EF4-FFF2-40B4-BE49-F238E27FC236}">
                    <a16:creationId id="{E4FBAC03-8FA0-FEC0-B7D0-186CAF58DC5D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id="{DE94BB8D-F7EF-628E-AEEE-280A0FC6640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id="{FB2F48C5-9D96-A32F-030F-A43509340C9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id="{73850DF7-2E78-8147-517E-E4876190090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id="{6E74AE21-D0E5-A0C5-76D4-90F7F15EE493}"/>
                </a:ext>
              </a:extLst>
            </p:cNvPr>
            <p:cNvGrpSpPr/>
            <p:nvPr/>
          </p:nvGrpSpPr>
          <p:grpSpPr>
            <a:xfrm>
              <a:off x="5795888" y="728716"/>
              <a:ext cx="1813219" cy="1220898"/>
              <a:chOff x="8275229" y="2846286"/>
              <a:chExt cx="1813219" cy="1220898"/>
            </a:xfrm>
          </p:grpSpPr>
          <p:sp>
            <p:nvSpPr>
              <p:cNvPr id="99" name="Triangle 98">
                <a:extLst>
                  <a:ext uri="{FF2B5EF4-FFF2-40B4-BE49-F238E27FC236}">
                    <a16:creationId id="{2E1E4D2B-6054-E8CB-4849-789E6C686793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riangle 99">
                <a:extLst>
                  <a:ext uri="{FF2B5EF4-FFF2-40B4-BE49-F238E27FC236}">
                    <a16:creationId id="{51BDDA6A-B2D8-0782-D3A8-EEEE39EDC511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riangle 100">
                <a:extLst>
                  <a:ext uri="{FF2B5EF4-FFF2-40B4-BE49-F238E27FC236}">
                    <a16:creationId id="{B32E0B41-4BDE-B399-2BE8-A510FF29B66D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riangle 101">
                <a:extLst>
                  <a:ext uri="{FF2B5EF4-FFF2-40B4-BE49-F238E27FC236}">
                    <a16:creationId id="{92E57F45-9CA7-AACD-FF20-71359FD3B554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riangle 102">
                <a:extLst>
                  <a:ext uri="{FF2B5EF4-FFF2-40B4-BE49-F238E27FC236}">
                    <a16:creationId id="{BBFBFB2C-0C44-9D2E-B11D-DFD38164DA93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Triangle 103">
                <a:extLst>
                  <a:ext uri="{FF2B5EF4-FFF2-40B4-BE49-F238E27FC236}">
                    <a16:creationId id="{2AF88178-0DFC-409F-A35B-7B4B375F8AFC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id="{D3C5EA83-FE9D-13F4-A277-D66295530F3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id="{0F2A6DC3-43E9-31CF-7C37-D8AD05885A1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id="{1B0F15EB-8B68-78CF-D9A1-BF32CE3ED8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id="{660BF570-7AC8-8A01-E1EE-F9D09B08EF42}"/>
                </a:ext>
              </a:extLst>
            </p:cNvPr>
            <p:cNvGrpSpPr/>
            <p:nvPr/>
          </p:nvGrpSpPr>
          <p:grpSpPr>
            <a:xfrm>
              <a:off x="1293772" y="728716"/>
              <a:ext cx="1813219" cy="1220898"/>
              <a:chOff x="6148696" y="2846286"/>
              <a:chExt cx="1813219" cy="1220898"/>
            </a:xfrm>
          </p:grpSpPr>
          <p:sp>
            <p:nvSpPr>
              <p:cNvPr id="109" name="Triangle 108">
                <a:extLst>
                  <a:ext uri="{FF2B5EF4-FFF2-40B4-BE49-F238E27FC236}">
                    <a16:creationId id="{76059873-5680-BDE5-3DBC-BE5C971B1A0B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riangle 109">
                <a:extLst>
                  <a:ext uri="{FF2B5EF4-FFF2-40B4-BE49-F238E27FC236}">
                    <a16:creationId id="{A401ED56-DB1A-021E-3094-13C3AFEBC88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riangle 110">
                <a:extLst>
                  <a:ext uri="{FF2B5EF4-FFF2-40B4-BE49-F238E27FC236}">
                    <a16:creationId id="{BB64B241-1D29-6DE9-71F4-D42D8EE02435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riangle 111">
                <a:extLst>
                  <a:ext uri="{FF2B5EF4-FFF2-40B4-BE49-F238E27FC236}">
                    <a16:creationId id="{95CF4E39-62A8-B98D-A6EF-726A6B951DB8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riangle 112">
                <a:extLst>
                  <a:ext uri="{FF2B5EF4-FFF2-40B4-BE49-F238E27FC236}">
                    <a16:creationId id="{C495E5CA-2543-987A-1017-2C75C5DF8DD1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riangle 113">
                <a:extLst>
                  <a:ext uri="{FF2B5EF4-FFF2-40B4-BE49-F238E27FC236}">
                    <a16:creationId id="{F485A503-527B-3938-76D7-82B23F8CB03F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id="{F99A0A29-2030-ABF4-5DB8-6405542CD6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id="{96664004-B434-9EFB-7DEF-B207232762F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id="{F564D719-7A9D-8556-429B-64B991083DA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20" name="Arc 119">
              <a:extLst>
                <a:ext uri="{FF2B5EF4-FFF2-40B4-BE49-F238E27FC236}">
                  <a16:creationId id="{7E5D6D2D-7A44-31FE-820A-79405F695DC8}"/>
                </a:ext>
              </a:extLst>
            </p:cNvPr>
            <p:cNvSpPr/>
            <p:nvPr/>
          </p:nvSpPr>
          <p:spPr>
            <a:xfrm flipH="1">
              <a:off x="8655435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c 120">
              <a:extLst>
                <a:ext uri="{FF2B5EF4-FFF2-40B4-BE49-F238E27FC236}">
                  <a16:creationId id="{B471C1CC-4045-F1C3-7B0C-61DC2C9DAB10}"/>
                </a:ext>
              </a:extLst>
            </p:cNvPr>
            <p:cNvSpPr/>
            <p:nvPr/>
          </p:nvSpPr>
          <p:spPr>
            <a:xfrm flipH="1">
              <a:off x="4184244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id="{3EBF6584-68FF-309B-199E-56E387B06EF4}"/>
                </a:ext>
              </a:extLst>
            </p:cNvPr>
            <p:cNvSpPr/>
            <p:nvPr/>
          </p:nvSpPr>
          <p:spPr>
            <a:xfrm>
              <a:off x="6413838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Arc 122">
              <a:extLst>
                <a:ext uri="{FF2B5EF4-FFF2-40B4-BE49-F238E27FC236}">
                  <a16:creationId id="{8A0D873E-A452-CBE2-8907-4E65E4EED4F9}"/>
                </a:ext>
              </a:extLst>
            </p:cNvPr>
            <p:cNvSpPr/>
            <p:nvPr/>
          </p:nvSpPr>
          <p:spPr>
            <a:xfrm>
              <a:off x="1911722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id="{AAB0F03F-A9D6-B32F-8A98-C9BDF6B3D96F}"/>
                </a:ext>
              </a:extLst>
            </p:cNvPr>
            <p:cNvSpPr txBox="1"/>
            <p:nvPr/>
          </p:nvSpPr>
          <p:spPr>
            <a:xfrm>
              <a:off x="9758566" y="618748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id="{6C4C94AE-C56C-CDA2-F743-A52A0046F5B1}"/>
                </a:ext>
              </a:extLst>
            </p:cNvPr>
            <p:cNvSpPr txBox="1"/>
            <p:nvPr/>
          </p:nvSpPr>
          <p:spPr>
            <a:xfrm>
              <a:off x="7845344" y="16754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id="{8397D121-F424-0FA2-4DE4-C25782485FCB}"/>
                </a:ext>
              </a:extLst>
            </p:cNvPr>
            <p:cNvSpPr txBox="1"/>
            <p:nvPr/>
          </p:nvSpPr>
          <p:spPr>
            <a:xfrm>
              <a:off x="8008790" y="7161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id="{F9D73E7C-4614-41F9-1766-60F7966E1EC5}"/>
                </a:ext>
              </a:extLst>
            </p:cNvPr>
            <p:cNvSpPr txBox="1"/>
            <p:nvPr/>
          </p:nvSpPr>
          <p:spPr>
            <a:xfrm>
              <a:off x="9577220" y="15722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id="{F8E5B557-C253-6AE2-D6AE-65148F047155}"/>
                </a:ext>
              </a:extLst>
            </p:cNvPr>
            <p:cNvSpPr txBox="1"/>
            <p:nvPr/>
          </p:nvSpPr>
          <p:spPr>
            <a:xfrm>
              <a:off x="8763596" y="406300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id="{E2D001DC-6A57-FDA6-1395-2F1F793F09F4}"/>
                </a:ext>
              </a:extLst>
            </p:cNvPr>
            <p:cNvSpPr txBox="1"/>
            <p:nvPr/>
          </p:nvSpPr>
          <p:spPr>
            <a:xfrm>
              <a:off x="8761326" y="18986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id="{B674F617-4339-6FFD-20C2-A09605C42DC3}"/>
                </a:ext>
              </a:extLst>
            </p:cNvPr>
            <p:cNvSpPr txBox="1"/>
            <p:nvPr/>
          </p:nvSpPr>
          <p:spPr>
            <a:xfrm flipH="1">
              <a:off x="1139187" y="619999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id="{7C3BBC1B-BE05-42B0-5E27-9C96E94FF5F9}"/>
                </a:ext>
              </a:extLst>
            </p:cNvPr>
            <p:cNvSpPr txBox="1"/>
            <p:nvPr/>
          </p:nvSpPr>
          <p:spPr>
            <a:xfrm flipH="1">
              <a:off x="3012807" y="16405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id="{0FE062FA-BD4E-BA0C-C87B-98BA1A76063F}"/>
                </a:ext>
              </a:extLst>
            </p:cNvPr>
            <p:cNvSpPr txBox="1"/>
            <p:nvPr/>
          </p:nvSpPr>
          <p:spPr>
            <a:xfrm flipH="1">
              <a:off x="2831255" y="71737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id="{887D7683-6F80-187E-6234-57B0C5373D29}"/>
                </a:ext>
              </a:extLst>
            </p:cNvPr>
            <p:cNvSpPr txBox="1"/>
            <p:nvPr/>
          </p:nvSpPr>
          <p:spPr>
            <a:xfrm flipH="1">
              <a:off x="1205117" y="16006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id="{5C563631-0F74-7B4D-23A4-682EB7907728}"/>
                </a:ext>
              </a:extLst>
            </p:cNvPr>
            <p:cNvSpPr txBox="1"/>
            <p:nvPr/>
          </p:nvSpPr>
          <p:spPr>
            <a:xfrm flipH="1">
              <a:off x="2018741" y="4075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id="{1363B912-60B4-E39C-BB34-C989050C30C0}"/>
                </a:ext>
              </a:extLst>
            </p:cNvPr>
            <p:cNvSpPr txBox="1"/>
            <p:nvPr/>
          </p:nvSpPr>
          <p:spPr>
            <a:xfrm flipH="1">
              <a:off x="2017621" y="18998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</p:grpSp>
      <p:sp>
        <p:nvSpPr>
          <p:cNvPr id="62" name="Title 4">
            <a:extLst>
              <a:ext uri="{FF2B5EF4-FFF2-40B4-BE49-F238E27FC236}">
                <a16:creationId id="{2CA733AA-2E65-F8CA-ABAC-908E7A436A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</a:t>
            </a:r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Anti-Up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Quarks</a:t>
            </a:r>
          </a:p>
        </p:txBody>
      </p:sp>
      <p:sp>
        <p:nvSpPr>
          <p:cNvPr id="63" name="TextBox 62">
            <a:extLst>
              <a:ext uri="{FF2B5EF4-FFF2-40B4-BE49-F238E27FC236}">
                <a16:creationId id="{8BE57774-DDF7-B60B-B397-CD725AD04A49}"/>
              </a:ext>
            </a:extLst>
          </p:cNvPr>
          <p:cNvSpPr txBox="1"/>
          <p:nvPr/>
        </p:nvSpPr>
        <p:spPr>
          <a:xfrm>
            <a:off x="657581" y="5272004"/>
            <a:ext cx="111504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tri-binary Noether core is the Gen I foundation providing six polar vortices for personality 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three binaries have vastly different energies, frequencies, and radius of orbit.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naturally lends itself to two different orbital configurations as well as spin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mapping of the personality potentials to Gen I, II, and III binaries lends itself to color.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9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348251971"/>
      </p:ext>
    </p:extLst>
  </p:cSld>
  <p:clrMapOvr>
    <a:masterClrMapping/>
  </p:clrMapOvr>
</p:sld>
</file>

<file path=ppt/slides/slide32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Table 188">
            <a:extLst>
              <a:ext uri="{FF2B5EF4-FFF2-40B4-BE49-F238E27FC236}">
                <a16:creationId id="{EB619562-74FF-818D-2986-2D7C75ED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526778739"/>
              </p:ext>
            </p:extLst>
          </p:nvPr>
        </p:nvGraphicFramePr>
        <p:xfrm>
          <a:off x="1081113" y="1053569"/>
          <a:ext cx="9951459" cy="413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094">
                  <a:extLst>
                    <a:ext uri="{9D8B030D-6E8A-4147-A177-3AD203B41FA5}">
                      <a16:colId val="3047361376"/>
                    </a:ext>
                  </a:extLst>
                </a:gridCol>
                <a:gridCol w="292418">
                  <a:extLst>
                    <a:ext uri="{9D8B030D-6E8A-4147-A177-3AD203B41FA5}">
                      <a16:colId val="3003183928"/>
                    </a:ext>
                  </a:extLst>
                </a:gridCol>
                <a:gridCol w="322389">
                  <a:extLst>
                    <a:ext uri="{9D8B030D-6E8A-4147-A177-3AD203B41FA5}">
                      <a16:colId val="942009004"/>
                    </a:ext>
                  </a:extLst>
                </a:gridCol>
                <a:gridCol w="322389">
                  <a:extLst>
                    <a:ext uri="{9D8B030D-6E8A-4147-A177-3AD203B41FA5}">
                      <a16:colId val="2880288227"/>
                    </a:ext>
                  </a:extLst>
                </a:gridCol>
                <a:gridCol w="375094">
                  <a:extLst>
                    <a:ext uri="{9D8B030D-6E8A-4147-A177-3AD203B41FA5}">
                      <a16:colId val="1164334149"/>
                    </a:ext>
                  </a:extLst>
                </a:gridCol>
                <a:gridCol w="375094">
                  <a:extLst>
                    <a:ext uri="{9D8B030D-6E8A-4147-A177-3AD203B41FA5}">
                      <a16:colId val="2697368413"/>
                    </a:ext>
                  </a:extLst>
                </a:gridCol>
                <a:gridCol w="435407">
                  <a:extLst>
                    <a:ext uri="{9D8B030D-6E8A-4147-A177-3AD203B41FA5}">
                      <a16:colId val="475691678"/>
                    </a:ext>
                  </a:extLst>
                </a:gridCol>
                <a:gridCol w="292418">
                  <a:extLst>
                    <a:ext uri="{9D8B030D-6E8A-4147-A177-3AD203B41FA5}">
                      <a16:colId val="717952823"/>
                    </a:ext>
                  </a:extLst>
                </a:gridCol>
                <a:gridCol w="349568">
                  <a:extLst>
                    <a:ext uri="{9D8B030D-6E8A-4147-A177-3AD203B41FA5}">
                      <a16:colId val="143612642"/>
                    </a:ext>
                  </a:extLst>
                </a:gridCol>
                <a:gridCol w="349568">
                  <a:extLst>
                    <a:ext uri="{9D8B030D-6E8A-4147-A177-3AD203B41FA5}">
                      <a16:colId val="3959720076"/>
                    </a:ext>
                  </a:extLst>
                </a:gridCol>
                <a:gridCol w="406718">
                  <a:extLst>
                    <a:ext uri="{9D8B030D-6E8A-4147-A177-3AD203B41FA5}">
                      <a16:colId val="2382518999"/>
                    </a:ext>
                  </a:extLst>
                </a:gridCol>
                <a:gridCol w="406718">
                  <a:extLst>
                    <a:ext uri="{9D8B030D-6E8A-4147-A177-3AD203B41FA5}">
                      <a16:colId val="3803953352"/>
                    </a:ext>
                  </a:extLst>
                </a:gridCol>
                <a:gridCol w="463868">
                  <a:extLst>
                    <a:ext uri="{9D8B030D-6E8A-4147-A177-3AD203B41FA5}">
                      <a16:colId val="612620397"/>
                    </a:ext>
                  </a:extLst>
                </a:gridCol>
                <a:gridCol w="292418">
                  <a:extLst>
                    <a:ext uri="{9D8B030D-6E8A-4147-A177-3AD203B41FA5}">
                      <a16:colId val="186965978"/>
                    </a:ext>
                  </a:extLst>
                </a:gridCol>
                <a:gridCol w="349568">
                  <a:extLst>
                    <a:ext uri="{9D8B030D-6E8A-4147-A177-3AD203B41FA5}">
                      <a16:colId val="1088640121"/>
                    </a:ext>
                  </a:extLst>
                </a:gridCol>
                <a:gridCol w="349568">
                  <a:extLst>
                    <a:ext uri="{9D8B030D-6E8A-4147-A177-3AD203B41FA5}">
                      <a16:colId val="1527608055"/>
                    </a:ext>
                  </a:extLst>
                </a:gridCol>
                <a:gridCol w="406718">
                  <a:extLst>
                    <a:ext uri="{9D8B030D-6E8A-4147-A177-3AD203B41FA5}">
                      <a16:colId val="2268619195"/>
                    </a:ext>
                  </a:extLst>
                </a:gridCol>
                <a:gridCol w="406718">
                  <a:extLst>
                    <a:ext uri="{9D8B030D-6E8A-4147-A177-3AD203B41FA5}">
                      <a16:colId val="864504614"/>
                    </a:ext>
                  </a:extLst>
                </a:gridCol>
                <a:gridCol w="463868">
                  <a:extLst>
                    <a:ext uri="{9D8B030D-6E8A-4147-A177-3AD203B41FA5}">
                      <a16:colId val="3192297510"/>
                    </a:ext>
                  </a:extLst>
                </a:gridCol>
                <a:gridCol w="292418">
                  <a:extLst>
                    <a:ext uri="{9D8B030D-6E8A-4147-A177-3AD203B41FA5}">
                      <a16:colId val="3467193364"/>
                    </a:ext>
                  </a:extLst>
                </a:gridCol>
                <a:gridCol w="349568">
                  <a:extLst>
                    <a:ext uri="{9D8B030D-6E8A-4147-A177-3AD203B41FA5}">
                      <a16:colId val="368205280"/>
                    </a:ext>
                  </a:extLst>
                </a:gridCol>
                <a:gridCol w="349568">
                  <a:extLst>
                    <a:ext uri="{9D8B030D-6E8A-4147-A177-3AD203B41FA5}">
                      <a16:colId val="1670926922"/>
                    </a:ext>
                  </a:extLst>
                </a:gridCol>
                <a:gridCol w="406718">
                  <a:extLst>
                    <a:ext uri="{9D8B030D-6E8A-4147-A177-3AD203B41FA5}">
                      <a16:colId val="3724559488"/>
                    </a:ext>
                  </a:extLst>
                </a:gridCol>
                <a:gridCol w="406718">
                  <a:extLst>
                    <a:ext uri="{9D8B030D-6E8A-4147-A177-3AD203B41FA5}">
                      <a16:colId val="1905551138"/>
                    </a:ext>
                  </a:extLst>
                </a:gridCol>
                <a:gridCol w="463868">
                  <a:extLst>
                    <a:ext uri="{9D8B030D-6E8A-4147-A177-3AD203B41FA5}">
                      <a16:colId val="110543510"/>
                    </a:ext>
                  </a:extLst>
                </a:gridCol>
              </a:tblGrid>
              <a:tr h="23100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val="1767277355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left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val="1712677001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4119309479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1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873191364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2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2732394328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 3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3317477672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id="{37E3ED77-DD6E-53EB-9883-6EB136BA56D2}"/>
              </a:ext>
            </a:extLst>
          </p:cNvPr>
          <p:cNvSpPr txBox="1"/>
          <p:nvPr/>
        </p:nvSpPr>
        <p:spPr>
          <a:xfrm>
            <a:off x="7200067" y="6318069"/>
            <a:ext cx="2755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mention frequency f1 f2 f3.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id="{AF95AB0C-C70D-675F-7000-EBBBD57588A4}"/>
              </a:ext>
            </a:extLst>
          </p:cNvPr>
          <p:cNvGrpSpPr/>
          <p:nvPr/>
        </p:nvGrpSpPr>
        <p:grpSpPr>
          <a:xfrm>
            <a:off x="2095159" y="1280104"/>
            <a:ext cx="8861753" cy="1961951"/>
            <a:chOff x="1139187" y="307263"/>
            <a:chExt cx="8861753" cy="1961951"/>
          </a:xfrm>
        </p:grpSpPr>
        <p:grpSp>
          <p:nvGrpSpPr>
            <p:cNvPr id="2" name="Group 1">
              <a:extLst>
                <a:ext uri="{FF2B5EF4-FFF2-40B4-BE49-F238E27FC236}">
                  <a16:creationId id="{C5052FD9-BB22-F1AB-29F1-281E05F5F6D2}"/>
                </a:ext>
              </a:extLst>
            </p:cNvPr>
            <p:cNvGrpSpPr/>
            <p:nvPr/>
          </p:nvGrpSpPr>
          <p:grpSpPr>
            <a:xfrm>
              <a:off x="8037485" y="728716"/>
              <a:ext cx="1813219" cy="1220898"/>
              <a:chOff x="8275229" y="2846286"/>
              <a:chExt cx="1813219" cy="1220898"/>
            </a:xfrm>
          </p:grpSpPr>
          <p:sp>
            <p:nvSpPr>
              <p:cNvPr id="49" name="Triangle 48">
                <a:extLst>
                  <a:ext uri="{FF2B5EF4-FFF2-40B4-BE49-F238E27FC236}">
                    <a16:creationId id="{170EB429-15E2-14A0-48CA-9CB539A4C9D8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riangle 49">
                <a:extLst>
                  <a:ext uri="{FF2B5EF4-FFF2-40B4-BE49-F238E27FC236}">
                    <a16:creationId id="{42C614A3-07F4-89F3-39C9-9D2A4084C04F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iangle 50">
                <a:extLst>
                  <a:ext uri="{FF2B5EF4-FFF2-40B4-BE49-F238E27FC236}">
                    <a16:creationId id="{57E865BE-D5BF-3914-D9C0-A7308A3A8A0C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id="{80A59564-48B3-8AA8-5F4B-0F8D275144E2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riangle 52">
                <a:extLst>
                  <a:ext uri="{FF2B5EF4-FFF2-40B4-BE49-F238E27FC236}">
                    <a16:creationId id="{347F4A46-5921-4159-B031-793822BCAC96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riangle 53">
                <a:extLst>
                  <a:ext uri="{FF2B5EF4-FFF2-40B4-BE49-F238E27FC236}">
                    <a16:creationId id="{25C529E8-1AB7-D044-D497-E5D0D62854FE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id="{8C2B8D0C-EE09-7CC3-3F99-791685655C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id="{B5A710F3-8842-2620-2FBE-5F890FEEA7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id="{10B1806D-FBA5-3E4E-D561-C51160391AF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id="{06CBB8AC-0334-7A1F-90B1-A49522596E5B}"/>
                </a:ext>
              </a:extLst>
            </p:cNvPr>
            <p:cNvGrpSpPr/>
            <p:nvPr/>
          </p:nvGrpSpPr>
          <p:grpSpPr>
            <a:xfrm>
              <a:off x="3566294" y="728716"/>
              <a:ext cx="1813219" cy="1220898"/>
              <a:chOff x="6148696" y="2846286"/>
              <a:chExt cx="1813219" cy="1220898"/>
            </a:xfrm>
          </p:grpSpPr>
          <p:sp>
            <p:nvSpPr>
              <p:cNvPr id="71" name="Triangle 70">
                <a:extLst>
                  <a:ext uri="{FF2B5EF4-FFF2-40B4-BE49-F238E27FC236}">
                    <a16:creationId id="{12B34350-9B54-9464-F73D-8EEEF6C4EE13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iangle 71">
                <a:extLst>
                  <a:ext uri="{FF2B5EF4-FFF2-40B4-BE49-F238E27FC236}">
                    <a16:creationId id="{B666F65F-EB53-773D-B6DA-6AD5438C7F9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riangle 72">
                <a:extLst>
                  <a:ext uri="{FF2B5EF4-FFF2-40B4-BE49-F238E27FC236}">
                    <a16:creationId id="{26401045-0F2F-0961-D034-14CBC8EA50BB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riangle 73">
                <a:extLst>
                  <a:ext uri="{FF2B5EF4-FFF2-40B4-BE49-F238E27FC236}">
                    <a16:creationId id="{40E52BE1-00D8-1CAD-7E8D-AB0C479F3579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riangle 74">
                <a:extLst>
                  <a:ext uri="{FF2B5EF4-FFF2-40B4-BE49-F238E27FC236}">
                    <a16:creationId id="{93CFA62D-2D6E-8B0E-1F67-E4356256B439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riangle 75">
                <a:extLst>
                  <a:ext uri="{FF2B5EF4-FFF2-40B4-BE49-F238E27FC236}">
                    <a16:creationId id="{E4FBAC03-8FA0-FEC0-B7D0-186CAF58DC5D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id="{DE94BB8D-F7EF-628E-AEEE-280A0FC6640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id="{FB2F48C5-9D96-A32F-030F-A43509340C9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id="{73850DF7-2E78-8147-517E-E4876190090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id="{6E74AE21-D0E5-A0C5-76D4-90F7F15EE493}"/>
                </a:ext>
              </a:extLst>
            </p:cNvPr>
            <p:cNvGrpSpPr/>
            <p:nvPr/>
          </p:nvGrpSpPr>
          <p:grpSpPr>
            <a:xfrm>
              <a:off x="5795888" y="728716"/>
              <a:ext cx="1813219" cy="1220898"/>
              <a:chOff x="8275229" y="2846286"/>
              <a:chExt cx="1813219" cy="1220898"/>
            </a:xfrm>
          </p:grpSpPr>
          <p:sp>
            <p:nvSpPr>
              <p:cNvPr id="99" name="Triangle 98">
                <a:extLst>
                  <a:ext uri="{FF2B5EF4-FFF2-40B4-BE49-F238E27FC236}">
                    <a16:creationId id="{2E1E4D2B-6054-E8CB-4849-789E6C686793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riangle 99">
                <a:extLst>
                  <a:ext uri="{FF2B5EF4-FFF2-40B4-BE49-F238E27FC236}">
                    <a16:creationId id="{51BDDA6A-B2D8-0782-D3A8-EEEE39EDC511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riangle 100">
                <a:extLst>
                  <a:ext uri="{FF2B5EF4-FFF2-40B4-BE49-F238E27FC236}">
                    <a16:creationId id="{B32E0B41-4BDE-B399-2BE8-A510FF29B66D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riangle 101">
                <a:extLst>
                  <a:ext uri="{FF2B5EF4-FFF2-40B4-BE49-F238E27FC236}">
                    <a16:creationId id="{92E57F45-9CA7-AACD-FF20-71359FD3B554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riangle 102">
                <a:extLst>
                  <a:ext uri="{FF2B5EF4-FFF2-40B4-BE49-F238E27FC236}">
                    <a16:creationId id="{BBFBFB2C-0C44-9D2E-B11D-DFD38164DA93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Triangle 103">
                <a:extLst>
                  <a:ext uri="{FF2B5EF4-FFF2-40B4-BE49-F238E27FC236}">
                    <a16:creationId id="{2AF88178-0DFC-409F-A35B-7B4B375F8AFC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id="{D3C5EA83-FE9D-13F4-A277-D66295530F3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id="{0F2A6DC3-43E9-31CF-7C37-D8AD05885A1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id="{1B0F15EB-8B68-78CF-D9A1-BF32CE3ED8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id="{660BF570-7AC8-8A01-E1EE-F9D09B08EF42}"/>
                </a:ext>
              </a:extLst>
            </p:cNvPr>
            <p:cNvGrpSpPr/>
            <p:nvPr/>
          </p:nvGrpSpPr>
          <p:grpSpPr>
            <a:xfrm>
              <a:off x="1293772" y="728716"/>
              <a:ext cx="1813219" cy="1220898"/>
              <a:chOff x="6148696" y="2846286"/>
              <a:chExt cx="1813219" cy="1220898"/>
            </a:xfrm>
          </p:grpSpPr>
          <p:sp>
            <p:nvSpPr>
              <p:cNvPr id="109" name="Triangle 108">
                <a:extLst>
                  <a:ext uri="{FF2B5EF4-FFF2-40B4-BE49-F238E27FC236}">
                    <a16:creationId id="{76059873-5680-BDE5-3DBC-BE5C971B1A0B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riangle 109">
                <a:extLst>
                  <a:ext uri="{FF2B5EF4-FFF2-40B4-BE49-F238E27FC236}">
                    <a16:creationId id="{A401ED56-DB1A-021E-3094-13C3AFEBC88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riangle 110">
                <a:extLst>
                  <a:ext uri="{FF2B5EF4-FFF2-40B4-BE49-F238E27FC236}">
                    <a16:creationId id="{BB64B241-1D29-6DE9-71F4-D42D8EE02435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riangle 111">
                <a:extLst>
                  <a:ext uri="{FF2B5EF4-FFF2-40B4-BE49-F238E27FC236}">
                    <a16:creationId id="{95CF4E39-62A8-B98D-A6EF-726A6B951DB8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riangle 112">
                <a:extLst>
                  <a:ext uri="{FF2B5EF4-FFF2-40B4-BE49-F238E27FC236}">
                    <a16:creationId id="{C495E5CA-2543-987A-1017-2C75C5DF8DD1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riangle 113">
                <a:extLst>
                  <a:ext uri="{FF2B5EF4-FFF2-40B4-BE49-F238E27FC236}">
                    <a16:creationId id="{F485A503-527B-3938-76D7-82B23F8CB03F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id="{F99A0A29-2030-ABF4-5DB8-6405542CD6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id="{96664004-B434-9EFB-7DEF-B207232762F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id="{F564D719-7A9D-8556-429B-64B991083DA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20" name="Arc 119">
              <a:extLst>
                <a:ext uri="{FF2B5EF4-FFF2-40B4-BE49-F238E27FC236}">
                  <a16:creationId id="{7E5D6D2D-7A44-31FE-820A-79405F695DC8}"/>
                </a:ext>
              </a:extLst>
            </p:cNvPr>
            <p:cNvSpPr/>
            <p:nvPr/>
          </p:nvSpPr>
          <p:spPr>
            <a:xfrm flipH="1">
              <a:off x="8655435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c 120">
              <a:extLst>
                <a:ext uri="{FF2B5EF4-FFF2-40B4-BE49-F238E27FC236}">
                  <a16:creationId id="{B471C1CC-4045-F1C3-7B0C-61DC2C9DAB10}"/>
                </a:ext>
              </a:extLst>
            </p:cNvPr>
            <p:cNvSpPr/>
            <p:nvPr/>
          </p:nvSpPr>
          <p:spPr>
            <a:xfrm flipH="1">
              <a:off x="4184244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id="{3EBF6584-68FF-309B-199E-56E387B06EF4}"/>
                </a:ext>
              </a:extLst>
            </p:cNvPr>
            <p:cNvSpPr/>
            <p:nvPr/>
          </p:nvSpPr>
          <p:spPr>
            <a:xfrm>
              <a:off x="6413838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Arc 122">
              <a:extLst>
                <a:ext uri="{FF2B5EF4-FFF2-40B4-BE49-F238E27FC236}">
                  <a16:creationId id="{8A0D873E-A452-CBE2-8907-4E65E4EED4F9}"/>
                </a:ext>
              </a:extLst>
            </p:cNvPr>
            <p:cNvSpPr/>
            <p:nvPr/>
          </p:nvSpPr>
          <p:spPr>
            <a:xfrm>
              <a:off x="1911722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id="{AAB0F03F-A9D6-B32F-8A98-C9BDF6B3D96F}"/>
                </a:ext>
              </a:extLst>
            </p:cNvPr>
            <p:cNvSpPr txBox="1"/>
            <p:nvPr/>
          </p:nvSpPr>
          <p:spPr>
            <a:xfrm>
              <a:off x="9758566" y="618748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id="{6C4C94AE-C56C-CDA2-F743-A52A0046F5B1}"/>
                </a:ext>
              </a:extLst>
            </p:cNvPr>
            <p:cNvSpPr txBox="1"/>
            <p:nvPr/>
          </p:nvSpPr>
          <p:spPr>
            <a:xfrm>
              <a:off x="7845344" y="16754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id="{8397D121-F424-0FA2-4DE4-C25782485FCB}"/>
                </a:ext>
              </a:extLst>
            </p:cNvPr>
            <p:cNvSpPr txBox="1"/>
            <p:nvPr/>
          </p:nvSpPr>
          <p:spPr>
            <a:xfrm>
              <a:off x="8008790" y="7161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id="{F9D73E7C-4614-41F9-1766-60F7966E1EC5}"/>
                </a:ext>
              </a:extLst>
            </p:cNvPr>
            <p:cNvSpPr txBox="1"/>
            <p:nvPr/>
          </p:nvSpPr>
          <p:spPr>
            <a:xfrm>
              <a:off x="9577220" y="15722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id="{F8E5B557-C253-6AE2-D6AE-65148F047155}"/>
                </a:ext>
              </a:extLst>
            </p:cNvPr>
            <p:cNvSpPr txBox="1"/>
            <p:nvPr/>
          </p:nvSpPr>
          <p:spPr>
            <a:xfrm>
              <a:off x="8763596" y="406300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id="{E2D001DC-6A57-FDA6-1395-2F1F793F09F4}"/>
                </a:ext>
              </a:extLst>
            </p:cNvPr>
            <p:cNvSpPr txBox="1"/>
            <p:nvPr/>
          </p:nvSpPr>
          <p:spPr>
            <a:xfrm>
              <a:off x="8761326" y="18986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id="{B674F617-4339-6FFD-20C2-A09605C42DC3}"/>
                </a:ext>
              </a:extLst>
            </p:cNvPr>
            <p:cNvSpPr txBox="1"/>
            <p:nvPr/>
          </p:nvSpPr>
          <p:spPr>
            <a:xfrm flipH="1">
              <a:off x="1139187" y="619999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id="{7C3BBC1B-BE05-42B0-5E27-9C96E94FF5F9}"/>
                </a:ext>
              </a:extLst>
            </p:cNvPr>
            <p:cNvSpPr txBox="1"/>
            <p:nvPr/>
          </p:nvSpPr>
          <p:spPr>
            <a:xfrm flipH="1">
              <a:off x="3012807" y="16405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id="{0FE062FA-BD4E-BA0C-C87B-98BA1A76063F}"/>
                </a:ext>
              </a:extLst>
            </p:cNvPr>
            <p:cNvSpPr txBox="1"/>
            <p:nvPr/>
          </p:nvSpPr>
          <p:spPr>
            <a:xfrm flipH="1">
              <a:off x="2831255" y="71737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id="{887D7683-6F80-187E-6234-57B0C5373D29}"/>
                </a:ext>
              </a:extLst>
            </p:cNvPr>
            <p:cNvSpPr txBox="1"/>
            <p:nvPr/>
          </p:nvSpPr>
          <p:spPr>
            <a:xfrm flipH="1">
              <a:off x="1205117" y="16006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id="{5C563631-0F74-7B4D-23A4-682EB7907728}"/>
                </a:ext>
              </a:extLst>
            </p:cNvPr>
            <p:cNvSpPr txBox="1"/>
            <p:nvPr/>
          </p:nvSpPr>
          <p:spPr>
            <a:xfrm flipH="1">
              <a:off x="2018741" y="4075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id="{1363B912-60B4-E39C-BB34-C989050C30C0}"/>
                </a:ext>
              </a:extLst>
            </p:cNvPr>
            <p:cNvSpPr txBox="1"/>
            <p:nvPr/>
          </p:nvSpPr>
          <p:spPr>
            <a:xfrm flipH="1">
              <a:off x="2017621" y="18998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</p:grpSp>
      <p:sp>
        <p:nvSpPr>
          <p:cNvPr id="62" name="Title 4">
            <a:extLst>
              <a:ext uri="{FF2B5EF4-FFF2-40B4-BE49-F238E27FC236}">
                <a16:creationId id="{2CA733AA-2E65-F8CA-ABAC-908E7A436A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Anti-Down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Quarks</a:t>
            </a:r>
          </a:p>
        </p:txBody>
      </p:sp>
      <p:sp>
        <p:nvSpPr>
          <p:cNvPr id="63" name="TextBox 62">
            <a:extLst>
              <a:ext uri="{FF2B5EF4-FFF2-40B4-BE49-F238E27FC236}">
                <a16:creationId id="{8BE57774-DDF7-B60B-B397-CD725AD04A49}"/>
              </a:ext>
            </a:extLst>
          </p:cNvPr>
          <p:cNvSpPr txBox="1"/>
          <p:nvPr/>
        </p:nvSpPr>
        <p:spPr>
          <a:xfrm>
            <a:off x="576207" y="5290381"/>
            <a:ext cx="111504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tri-binary Noether core is the Gen I foundation providing six polar vortices for personality 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three binaries have vastly different energies, frequencies, and radius of orbit.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naturally lends itself to two different orbital configurations as well as spin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mapping of the personality potentials to Gen I, II, and III binaries lends itself to color.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9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813806153"/>
      </p:ext>
    </p:extLst>
  </p:cSld>
  <p:clrMapOvr>
    <a:masterClrMapping/>
  </p:clrMapOvr>
</p:sld>
</file>

<file path=ppt/slides/slide33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Table 188">
            <a:extLst>
              <a:ext uri="{FF2B5EF4-FFF2-40B4-BE49-F238E27FC236}">
                <a16:creationId id="{EB619562-74FF-818D-2986-2D7C75ED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932821751"/>
              </p:ext>
            </p:extLst>
          </p:nvPr>
        </p:nvGraphicFramePr>
        <p:xfrm>
          <a:off x="836313" y="1053569"/>
          <a:ext cx="10191173" cy="3407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08">
                  <a:extLst>
                    <a:ext uri="{9D8B030D-6E8A-4147-A177-3AD203B41FA5}">
                      <a16:colId val="3047361376"/>
                    </a:ext>
                  </a:extLst>
                </a:gridCol>
                <a:gridCol w="292418">
                  <a:extLst>
                    <a:ext uri="{9D8B030D-6E8A-4147-A177-3AD203B41FA5}">
                      <a16:colId val="3003183928"/>
                    </a:ext>
                  </a:extLst>
                </a:gridCol>
                <a:gridCol w="322389">
                  <a:extLst>
                    <a:ext uri="{9D8B030D-6E8A-4147-A177-3AD203B41FA5}">
                      <a16:colId val="942009004"/>
                    </a:ext>
                  </a:extLst>
                </a:gridCol>
                <a:gridCol w="322389">
                  <a:extLst>
                    <a:ext uri="{9D8B030D-6E8A-4147-A177-3AD203B41FA5}">
                      <a16:colId val="2880288227"/>
                    </a:ext>
                  </a:extLst>
                </a:gridCol>
                <a:gridCol w="375094">
                  <a:extLst>
                    <a:ext uri="{9D8B030D-6E8A-4147-A177-3AD203B41FA5}">
                      <a16:colId val="1164334149"/>
                    </a:ext>
                  </a:extLst>
                </a:gridCol>
                <a:gridCol w="375094">
                  <a:extLst>
                    <a:ext uri="{9D8B030D-6E8A-4147-A177-3AD203B41FA5}">
                      <a16:colId val="2697368413"/>
                    </a:ext>
                  </a:extLst>
                </a:gridCol>
                <a:gridCol w="435407">
                  <a:extLst>
                    <a:ext uri="{9D8B030D-6E8A-4147-A177-3AD203B41FA5}">
                      <a16:colId val="475691678"/>
                    </a:ext>
                  </a:extLst>
                </a:gridCol>
                <a:gridCol w="292418">
                  <a:extLst>
                    <a:ext uri="{9D8B030D-6E8A-4147-A177-3AD203B41FA5}">
                      <a16:colId val="717952823"/>
                    </a:ext>
                  </a:extLst>
                </a:gridCol>
                <a:gridCol w="349568">
                  <a:extLst>
                    <a:ext uri="{9D8B030D-6E8A-4147-A177-3AD203B41FA5}">
                      <a16:colId val="143612642"/>
                    </a:ext>
                  </a:extLst>
                </a:gridCol>
                <a:gridCol w="349568">
                  <a:extLst>
                    <a:ext uri="{9D8B030D-6E8A-4147-A177-3AD203B41FA5}">
                      <a16:colId val="3959720076"/>
                    </a:ext>
                  </a:extLst>
                </a:gridCol>
                <a:gridCol w="406718">
                  <a:extLst>
                    <a:ext uri="{9D8B030D-6E8A-4147-A177-3AD203B41FA5}">
                      <a16:colId val="2382518999"/>
                    </a:ext>
                  </a:extLst>
                </a:gridCol>
                <a:gridCol w="406718">
                  <a:extLst>
                    <a:ext uri="{9D8B030D-6E8A-4147-A177-3AD203B41FA5}">
                      <a16:colId val="3803953352"/>
                    </a:ext>
                  </a:extLst>
                </a:gridCol>
                <a:gridCol w="463868">
                  <a:extLst>
                    <a:ext uri="{9D8B030D-6E8A-4147-A177-3AD203B41FA5}">
                      <a16:colId val="612620397"/>
                    </a:ext>
                  </a:extLst>
                </a:gridCol>
                <a:gridCol w="292418">
                  <a:extLst>
                    <a:ext uri="{9D8B030D-6E8A-4147-A177-3AD203B41FA5}">
                      <a16:colId val="186965978"/>
                    </a:ext>
                  </a:extLst>
                </a:gridCol>
                <a:gridCol w="349568">
                  <a:extLst>
                    <a:ext uri="{9D8B030D-6E8A-4147-A177-3AD203B41FA5}">
                      <a16:colId val="1088640121"/>
                    </a:ext>
                  </a:extLst>
                </a:gridCol>
                <a:gridCol w="349568">
                  <a:extLst>
                    <a:ext uri="{9D8B030D-6E8A-4147-A177-3AD203B41FA5}">
                      <a16:colId val="1527608055"/>
                    </a:ext>
                  </a:extLst>
                </a:gridCol>
                <a:gridCol w="406718">
                  <a:extLst>
                    <a:ext uri="{9D8B030D-6E8A-4147-A177-3AD203B41FA5}">
                      <a16:colId val="2268619195"/>
                    </a:ext>
                  </a:extLst>
                </a:gridCol>
                <a:gridCol w="406718">
                  <a:extLst>
                    <a:ext uri="{9D8B030D-6E8A-4147-A177-3AD203B41FA5}">
                      <a16:colId val="864504614"/>
                    </a:ext>
                  </a:extLst>
                </a:gridCol>
                <a:gridCol w="463868">
                  <a:extLst>
                    <a:ext uri="{9D8B030D-6E8A-4147-A177-3AD203B41FA5}">
                      <a16:colId val="3192297510"/>
                    </a:ext>
                  </a:extLst>
                </a:gridCol>
                <a:gridCol w="292418">
                  <a:extLst>
                    <a:ext uri="{9D8B030D-6E8A-4147-A177-3AD203B41FA5}">
                      <a16:colId val="3467193364"/>
                    </a:ext>
                  </a:extLst>
                </a:gridCol>
                <a:gridCol w="349568">
                  <a:extLst>
                    <a:ext uri="{9D8B030D-6E8A-4147-A177-3AD203B41FA5}">
                      <a16:colId val="368205280"/>
                    </a:ext>
                  </a:extLst>
                </a:gridCol>
                <a:gridCol w="349568">
                  <a:extLst>
                    <a:ext uri="{9D8B030D-6E8A-4147-A177-3AD203B41FA5}">
                      <a16:colId val="1670926922"/>
                    </a:ext>
                  </a:extLst>
                </a:gridCol>
                <a:gridCol w="406718">
                  <a:extLst>
                    <a:ext uri="{9D8B030D-6E8A-4147-A177-3AD203B41FA5}">
                      <a16:colId val="3724559488"/>
                    </a:ext>
                  </a:extLst>
                </a:gridCol>
                <a:gridCol w="406718">
                  <a:extLst>
                    <a:ext uri="{9D8B030D-6E8A-4147-A177-3AD203B41FA5}">
                      <a16:colId val="1905551138"/>
                    </a:ext>
                  </a:extLst>
                </a:gridCol>
                <a:gridCol w="463868">
                  <a:extLst>
                    <a:ext uri="{9D8B030D-6E8A-4147-A177-3AD203B41FA5}">
                      <a16:colId val="110543510"/>
                    </a:ext>
                  </a:extLst>
                </a:gridCol>
              </a:tblGrid>
              <a:tr h="23100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val="1767277355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left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val="1712677001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4119309479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Personality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873191364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id="{37E3ED77-DD6E-53EB-9883-6EB136BA56D2}"/>
              </a:ext>
            </a:extLst>
          </p:cNvPr>
          <p:cNvSpPr txBox="1"/>
          <p:nvPr/>
        </p:nvSpPr>
        <p:spPr>
          <a:xfrm>
            <a:off x="7200067" y="6318069"/>
            <a:ext cx="2755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mention frequency f1 f2 f3.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id="{AF95AB0C-C70D-675F-7000-EBBBD57588A4}"/>
              </a:ext>
            </a:extLst>
          </p:cNvPr>
          <p:cNvGrpSpPr/>
          <p:nvPr/>
        </p:nvGrpSpPr>
        <p:grpSpPr>
          <a:xfrm>
            <a:off x="2095159" y="1280104"/>
            <a:ext cx="8861753" cy="1961951"/>
            <a:chOff x="1139187" y="307263"/>
            <a:chExt cx="8861753" cy="1961951"/>
          </a:xfrm>
        </p:grpSpPr>
        <p:grpSp>
          <p:nvGrpSpPr>
            <p:cNvPr id="2" name="Group 1">
              <a:extLst>
                <a:ext uri="{FF2B5EF4-FFF2-40B4-BE49-F238E27FC236}">
                  <a16:creationId id="{C5052FD9-BB22-F1AB-29F1-281E05F5F6D2}"/>
                </a:ext>
              </a:extLst>
            </p:cNvPr>
            <p:cNvGrpSpPr/>
            <p:nvPr/>
          </p:nvGrpSpPr>
          <p:grpSpPr>
            <a:xfrm>
              <a:off x="8037485" y="728716"/>
              <a:ext cx="1813219" cy="1220898"/>
              <a:chOff x="8275229" y="2846286"/>
              <a:chExt cx="1813219" cy="1220898"/>
            </a:xfrm>
          </p:grpSpPr>
          <p:sp>
            <p:nvSpPr>
              <p:cNvPr id="49" name="Triangle 48">
                <a:extLst>
                  <a:ext uri="{FF2B5EF4-FFF2-40B4-BE49-F238E27FC236}">
                    <a16:creationId id="{170EB429-15E2-14A0-48CA-9CB539A4C9D8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riangle 49">
                <a:extLst>
                  <a:ext uri="{FF2B5EF4-FFF2-40B4-BE49-F238E27FC236}">
                    <a16:creationId id="{42C614A3-07F4-89F3-39C9-9D2A4084C04F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iangle 50">
                <a:extLst>
                  <a:ext uri="{FF2B5EF4-FFF2-40B4-BE49-F238E27FC236}">
                    <a16:creationId id="{57E865BE-D5BF-3914-D9C0-A7308A3A8A0C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id="{80A59564-48B3-8AA8-5F4B-0F8D275144E2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riangle 52">
                <a:extLst>
                  <a:ext uri="{FF2B5EF4-FFF2-40B4-BE49-F238E27FC236}">
                    <a16:creationId id="{347F4A46-5921-4159-B031-793822BCAC96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riangle 53">
                <a:extLst>
                  <a:ext uri="{FF2B5EF4-FFF2-40B4-BE49-F238E27FC236}">
                    <a16:creationId id="{25C529E8-1AB7-D044-D497-E5D0D62854FE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id="{8C2B8D0C-EE09-7CC3-3F99-791685655C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id="{B5A710F3-8842-2620-2FBE-5F890FEEA7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id="{10B1806D-FBA5-3E4E-D561-C51160391AF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id="{06CBB8AC-0334-7A1F-90B1-A49522596E5B}"/>
                </a:ext>
              </a:extLst>
            </p:cNvPr>
            <p:cNvGrpSpPr/>
            <p:nvPr/>
          </p:nvGrpSpPr>
          <p:grpSpPr>
            <a:xfrm>
              <a:off x="3566294" y="728716"/>
              <a:ext cx="1813219" cy="1220898"/>
              <a:chOff x="6148696" y="2846286"/>
              <a:chExt cx="1813219" cy="1220898"/>
            </a:xfrm>
          </p:grpSpPr>
          <p:sp>
            <p:nvSpPr>
              <p:cNvPr id="71" name="Triangle 70">
                <a:extLst>
                  <a:ext uri="{FF2B5EF4-FFF2-40B4-BE49-F238E27FC236}">
                    <a16:creationId id="{12B34350-9B54-9464-F73D-8EEEF6C4EE13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iangle 71">
                <a:extLst>
                  <a:ext uri="{FF2B5EF4-FFF2-40B4-BE49-F238E27FC236}">
                    <a16:creationId id="{B666F65F-EB53-773D-B6DA-6AD5438C7F9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riangle 72">
                <a:extLst>
                  <a:ext uri="{FF2B5EF4-FFF2-40B4-BE49-F238E27FC236}">
                    <a16:creationId id="{26401045-0F2F-0961-D034-14CBC8EA50BB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riangle 73">
                <a:extLst>
                  <a:ext uri="{FF2B5EF4-FFF2-40B4-BE49-F238E27FC236}">
                    <a16:creationId id="{40E52BE1-00D8-1CAD-7E8D-AB0C479F3579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riangle 74">
                <a:extLst>
                  <a:ext uri="{FF2B5EF4-FFF2-40B4-BE49-F238E27FC236}">
                    <a16:creationId id="{93CFA62D-2D6E-8B0E-1F67-E4356256B439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riangle 75">
                <a:extLst>
                  <a:ext uri="{FF2B5EF4-FFF2-40B4-BE49-F238E27FC236}">
                    <a16:creationId id="{E4FBAC03-8FA0-FEC0-B7D0-186CAF58DC5D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id="{DE94BB8D-F7EF-628E-AEEE-280A0FC6640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id="{FB2F48C5-9D96-A32F-030F-A43509340C9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id="{73850DF7-2E78-8147-517E-E4876190090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id="{6E74AE21-D0E5-A0C5-76D4-90F7F15EE493}"/>
                </a:ext>
              </a:extLst>
            </p:cNvPr>
            <p:cNvGrpSpPr/>
            <p:nvPr/>
          </p:nvGrpSpPr>
          <p:grpSpPr>
            <a:xfrm>
              <a:off x="5795888" y="728716"/>
              <a:ext cx="1813219" cy="1220898"/>
              <a:chOff x="8275229" y="2846286"/>
              <a:chExt cx="1813219" cy="1220898"/>
            </a:xfrm>
          </p:grpSpPr>
          <p:sp>
            <p:nvSpPr>
              <p:cNvPr id="99" name="Triangle 98">
                <a:extLst>
                  <a:ext uri="{FF2B5EF4-FFF2-40B4-BE49-F238E27FC236}">
                    <a16:creationId id="{2E1E4D2B-6054-E8CB-4849-789E6C686793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riangle 99">
                <a:extLst>
                  <a:ext uri="{FF2B5EF4-FFF2-40B4-BE49-F238E27FC236}">
                    <a16:creationId id="{51BDDA6A-B2D8-0782-D3A8-EEEE39EDC511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riangle 100">
                <a:extLst>
                  <a:ext uri="{FF2B5EF4-FFF2-40B4-BE49-F238E27FC236}">
                    <a16:creationId id="{B32E0B41-4BDE-B399-2BE8-A510FF29B66D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riangle 101">
                <a:extLst>
                  <a:ext uri="{FF2B5EF4-FFF2-40B4-BE49-F238E27FC236}">
                    <a16:creationId id="{92E57F45-9CA7-AACD-FF20-71359FD3B554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riangle 102">
                <a:extLst>
                  <a:ext uri="{FF2B5EF4-FFF2-40B4-BE49-F238E27FC236}">
                    <a16:creationId id="{BBFBFB2C-0C44-9D2E-B11D-DFD38164DA93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Triangle 103">
                <a:extLst>
                  <a:ext uri="{FF2B5EF4-FFF2-40B4-BE49-F238E27FC236}">
                    <a16:creationId id="{2AF88178-0DFC-409F-A35B-7B4B375F8AFC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id="{D3C5EA83-FE9D-13F4-A277-D66295530F3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id="{0F2A6DC3-43E9-31CF-7C37-D8AD05885A1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id="{1B0F15EB-8B68-78CF-D9A1-BF32CE3ED8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id="{660BF570-7AC8-8A01-E1EE-F9D09B08EF42}"/>
                </a:ext>
              </a:extLst>
            </p:cNvPr>
            <p:cNvGrpSpPr/>
            <p:nvPr/>
          </p:nvGrpSpPr>
          <p:grpSpPr>
            <a:xfrm>
              <a:off x="1293772" y="728716"/>
              <a:ext cx="1813219" cy="1220898"/>
              <a:chOff x="6148696" y="2846286"/>
              <a:chExt cx="1813219" cy="1220898"/>
            </a:xfrm>
          </p:grpSpPr>
          <p:sp>
            <p:nvSpPr>
              <p:cNvPr id="109" name="Triangle 108">
                <a:extLst>
                  <a:ext uri="{FF2B5EF4-FFF2-40B4-BE49-F238E27FC236}">
                    <a16:creationId id="{76059873-5680-BDE5-3DBC-BE5C971B1A0B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riangle 109">
                <a:extLst>
                  <a:ext uri="{FF2B5EF4-FFF2-40B4-BE49-F238E27FC236}">
                    <a16:creationId id="{A401ED56-DB1A-021E-3094-13C3AFEBC88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riangle 110">
                <a:extLst>
                  <a:ext uri="{FF2B5EF4-FFF2-40B4-BE49-F238E27FC236}">
                    <a16:creationId id="{BB64B241-1D29-6DE9-71F4-D42D8EE02435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riangle 111">
                <a:extLst>
                  <a:ext uri="{FF2B5EF4-FFF2-40B4-BE49-F238E27FC236}">
                    <a16:creationId id="{95CF4E39-62A8-B98D-A6EF-726A6B951DB8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riangle 112">
                <a:extLst>
                  <a:ext uri="{FF2B5EF4-FFF2-40B4-BE49-F238E27FC236}">
                    <a16:creationId id="{C495E5CA-2543-987A-1017-2C75C5DF8DD1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riangle 113">
                <a:extLst>
                  <a:ext uri="{FF2B5EF4-FFF2-40B4-BE49-F238E27FC236}">
                    <a16:creationId id="{F485A503-527B-3938-76D7-82B23F8CB03F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id="{F99A0A29-2030-ABF4-5DB8-6405542CD6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id="{96664004-B434-9EFB-7DEF-B207232762F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id="{F564D719-7A9D-8556-429B-64B991083DA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20" name="Arc 119">
              <a:extLst>
                <a:ext uri="{FF2B5EF4-FFF2-40B4-BE49-F238E27FC236}">
                  <a16:creationId id="{7E5D6D2D-7A44-31FE-820A-79405F695DC8}"/>
                </a:ext>
              </a:extLst>
            </p:cNvPr>
            <p:cNvSpPr/>
            <p:nvPr/>
          </p:nvSpPr>
          <p:spPr>
            <a:xfrm flipH="1">
              <a:off x="8655435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c 120">
              <a:extLst>
                <a:ext uri="{FF2B5EF4-FFF2-40B4-BE49-F238E27FC236}">
                  <a16:creationId id="{B471C1CC-4045-F1C3-7B0C-61DC2C9DAB10}"/>
                </a:ext>
              </a:extLst>
            </p:cNvPr>
            <p:cNvSpPr/>
            <p:nvPr/>
          </p:nvSpPr>
          <p:spPr>
            <a:xfrm flipH="1">
              <a:off x="4184244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id="{3EBF6584-68FF-309B-199E-56E387B06EF4}"/>
                </a:ext>
              </a:extLst>
            </p:cNvPr>
            <p:cNvSpPr/>
            <p:nvPr/>
          </p:nvSpPr>
          <p:spPr>
            <a:xfrm>
              <a:off x="6413838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Arc 122">
              <a:extLst>
                <a:ext uri="{FF2B5EF4-FFF2-40B4-BE49-F238E27FC236}">
                  <a16:creationId id="{8A0D873E-A452-CBE2-8907-4E65E4EED4F9}"/>
                </a:ext>
              </a:extLst>
            </p:cNvPr>
            <p:cNvSpPr/>
            <p:nvPr/>
          </p:nvSpPr>
          <p:spPr>
            <a:xfrm>
              <a:off x="1911722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id="{AAB0F03F-A9D6-B32F-8A98-C9BDF6B3D96F}"/>
                </a:ext>
              </a:extLst>
            </p:cNvPr>
            <p:cNvSpPr txBox="1"/>
            <p:nvPr/>
          </p:nvSpPr>
          <p:spPr>
            <a:xfrm>
              <a:off x="9758566" y="618748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id="{6C4C94AE-C56C-CDA2-F743-A52A0046F5B1}"/>
                </a:ext>
              </a:extLst>
            </p:cNvPr>
            <p:cNvSpPr txBox="1"/>
            <p:nvPr/>
          </p:nvSpPr>
          <p:spPr>
            <a:xfrm>
              <a:off x="7845344" y="16754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id="{8397D121-F424-0FA2-4DE4-C25782485FCB}"/>
                </a:ext>
              </a:extLst>
            </p:cNvPr>
            <p:cNvSpPr txBox="1"/>
            <p:nvPr/>
          </p:nvSpPr>
          <p:spPr>
            <a:xfrm>
              <a:off x="8008790" y="7161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id="{F9D73E7C-4614-41F9-1766-60F7966E1EC5}"/>
                </a:ext>
              </a:extLst>
            </p:cNvPr>
            <p:cNvSpPr txBox="1"/>
            <p:nvPr/>
          </p:nvSpPr>
          <p:spPr>
            <a:xfrm>
              <a:off x="9577220" y="15722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id="{F8E5B557-C253-6AE2-D6AE-65148F047155}"/>
                </a:ext>
              </a:extLst>
            </p:cNvPr>
            <p:cNvSpPr txBox="1"/>
            <p:nvPr/>
          </p:nvSpPr>
          <p:spPr>
            <a:xfrm>
              <a:off x="8763596" y="406300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id="{E2D001DC-6A57-FDA6-1395-2F1F793F09F4}"/>
                </a:ext>
              </a:extLst>
            </p:cNvPr>
            <p:cNvSpPr txBox="1"/>
            <p:nvPr/>
          </p:nvSpPr>
          <p:spPr>
            <a:xfrm>
              <a:off x="8761326" y="18986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id="{B674F617-4339-6FFD-20C2-A09605C42DC3}"/>
                </a:ext>
              </a:extLst>
            </p:cNvPr>
            <p:cNvSpPr txBox="1"/>
            <p:nvPr/>
          </p:nvSpPr>
          <p:spPr>
            <a:xfrm flipH="1">
              <a:off x="1139187" y="619999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id="{7C3BBC1B-BE05-42B0-5E27-9C96E94FF5F9}"/>
                </a:ext>
              </a:extLst>
            </p:cNvPr>
            <p:cNvSpPr txBox="1"/>
            <p:nvPr/>
          </p:nvSpPr>
          <p:spPr>
            <a:xfrm flipH="1">
              <a:off x="3012807" y="16405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id="{0FE062FA-BD4E-BA0C-C87B-98BA1A76063F}"/>
                </a:ext>
              </a:extLst>
            </p:cNvPr>
            <p:cNvSpPr txBox="1"/>
            <p:nvPr/>
          </p:nvSpPr>
          <p:spPr>
            <a:xfrm flipH="1">
              <a:off x="2831255" y="71737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id="{887D7683-6F80-187E-6234-57B0C5373D29}"/>
                </a:ext>
              </a:extLst>
            </p:cNvPr>
            <p:cNvSpPr txBox="1"/>
            <p:nvPr/>
          </p:nvSpPr>
          <p:spPr>
            <a:xfrm flipH="1">
              <a:off x="1205117" y="16006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id="{5C563631-0F74-7B4D-23A4-682EB7907728}"/>
                </a:ext>
              </a:extLst>
            </p:cNvPr>
            <p:cNvSpPr txBox="1"/>
            <p:nvPr/>
          </p:nvSpPr>
          <p:spPr>
            <a:xfrm flipH="1">
              <a:off x="2018741" y="4075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id="{1363B912-60B4-E39C-BB34-C989050C30C0}"/>
                </a:ext>
              </a:extLst>
            </p:cNvPr>
            <p:cNvSpPr txBox="1"/>
            <p:nvPr/>
          </p:nvSpPr>
          <p:spPr>
            <a:xfrm flipH="1">
              <a:off x="2017621" y="18998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</p:grpSp>
      <p:sp>
        <p:nvSpPr>
          <p:cNvPr id="62" name="Title 4">
            <a:extLst>
              <a:ext uri="{FF2B5EF4-FFF2-40B4-BE49-F238E27FC236}">
                <a16:creationId id="{2CA733AA-2E65-F8CA-ABAC-908E7A436A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Electron </a:t>
            </a:r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</a:t>
            </a:r>
            <a:r>
              <a:rPr lang="en-US" b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Positron</a:t>
            </a:r>
            <a:endParaRPr lang="en-US" b="1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id="{8BE57774-DDF7-B60B-B397-CD725AD04A49}"/>
              </a:ext>
            </a:extLst>
          </p:cNvPr>
          <p:cNvSpPr txBox="1"/>
          <p:nvPr/>
        </p:nvSpPr>
        <p:spPr>
          <a:xfrm>
            <a:off x="737094" y="4943861"/>
            <a:ext cx="1154418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tri-binary Noether core is the Gen I foundation providing six polar vortices for personality 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three binaries have vastly different energies, frequencies, and radius of orbit.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naturally lends itself to two different orbital configurations as well as spin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symmetries of the architecture result in only one configuration regardless of architrino provenance.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30A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9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989222615"/>
      </p:ext>
    </p:extLst>
  </p:cSld>
  <p:clrMapOvr>
    <a:masterClrMapping/>
  </p:clrMapOvr>
</p:sld>
</file>

<file path=ppt/slides/slide34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Table 188">
            <a:extLst>
              <a:ext uri="{FF2B5EF4-FFF2-40B4-BE49-F238E27FC236}">
                <a16:creationId id="{EB619562-74FF-818D-2986-2D7C75ED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740315318"/>
              </p:ext>
            </p:extLst>
          </p:nvPr>
        </p:nvGraphicFramePr>
        <p:xfrm>
          <a:off x="843513" y="1053569"/>
          <a:ext cx="10191173" cy="3407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08">
                  <a:extLst>
                    <a:ext uri="{9D8B030D-6E8A-4147-A177-3AD203B41FA5}">
                      <a16:colId val="3047361376"/>
                    </a:ext>
                  </a:extLst>
                </a:gridCol>
                <a:gridCol w="292418">
                  <a:extLst>
                    <a:ext uri="{9D8B030D-6E8A-4147-A177-3AD203B41FA5}">
                      <a16:colId val="3003183928"/>
                    </a:ext>
                  </a:extLst>
                </a:gridCol>
                <a:gridCol w="322389">
                  <a:extLst>
                    <a:ext uri="{9D8B030D-6E8A-4147-A177-3AD203B41FA5}">
                      <a16:colId val="942009004"/>
                    </a:ext>
                  </a:extLst>
                </a:gridCol>
                <a:gridCol w="322389">
                  <a:extLst>
                    <a:ext uri="{9D8B030D-6E8A-4147-A177-3AD203B41FA5}">
                      <a16:colId val="2880288227"/>
                    </a:ext>
                  </a:extLst>
                </a:gridCol>
                <a:gridCol w="375094">
                  <a:extLst>
                    <a:ext uri="{9D8B030D-6E8A-4147-A177-3AD203B41FA5}">
                      <a16:colId val="1164334149"/>
                    </a:ext>
                  </a:extLst>
                </a:gridCol>
                <a:gridCol w="375094">
                  <a:extLst>
                    <a:ext uri="{9D8B030D-6E8A-4147-A177-3AD203B41FA5}">
                      <a16:colId val="2697368413"/>
                    </a:ext>
                  </a:extLst>
                </a:gridCol>
                <a:gridCol w="435407">
                  <a:extLst>
                    <a:ext uri="{9D8B030D-6E8A-4147-A177-3AD203B41FA5}">
                      <a16:colId val="475691678"/>
                    </a:ext>
                  </a:extLst>
                </a:gridCol>
                <a:gridCol w="292418">
                  <a:extLst>
                    <a:ext uri="{9D8B030D-6E8A-4147-A177-3AD203B41FA5}">
                      <a16:colId val="717952823"/>
                    </a:ext>
                  </a:extLst>
                </a:gridCol>
                <a:gridCol w="349568">
                  <a:extLst>
                    <a:ext uri="{9D8B030D-6E8A-4147-A177-3AD203B41FA5}">
                      <a16:colId val="143612642"/>
                    </a:ext>
                  </a:extLst>
                </a:gridCol>
                <a:gridCol w="349568">
                  <a:extLst>
                    <a:ext uri="{9D8B030D-6E8A-4147-A177-3AD203B41FA5}">
                      <a16:colId val="3959720076"/>
                    </a:ext>
                  </a:extLst>
                </a:gridCol>
                <a:gridCol w="406718">
                  <a:extLst>
                    <a:ext uri="{9D8B030D-6E8A-4147-A177-3AD203B41FA5}">
                      <a16:colId val="2382518999"/>
                    </a:ext>
                  </a:extLst>
                </a:gridCol>
                <a:gridCol w="406718">
                  <a:extLst>
                    <a:ext uri="{9D8B030D-6E8A-4147-A177-3AD203B41FA5}">
                      <a16:colId val="3803953352"/>
                    </a:ext>
                  </a:extLst>
                </a:gridCol>
                <a:gridCol w="463868">
                  <a:extLst>
                    <a:ext uri="{9D8B030D-6E8A-4147-A177-3AD203B41FA5}">
                      <a16:colId val="612620397"/>
                    </a:ext>
                  </a:extLst>
                </a:gridCol>
                <a:gridCol w="292418">
                  <a:extLst>
                    <a:ext uri="{9D8B030D-6E8A-4147-A177-3AD203B41FA5}">
                      <a16:colId val="186965978"/>
                    </a:ext>
                  </a:extLst>
                </a:gridCol>
                <a:gridCol w="349568">
                  <a:extLst>
                    <a:ext uri="{9D8B030D-6E8A-4147-A177-3AD203B41FA5}">
                      <a16:colId val="1088640121"/>
                    </a:ext>
                  </a:extLst>
                </a:gridCol>
                <a:gridCol w="349568">
                  <a:extLst>
                    <a:ext uri="{9D8B030D-6E8A-4147-A177-3AD203B41FA5}">
                      <a16:colId val="1527608055"/>
                    </a:ext>
                  </a:extLst>
                </a:gridCol>
                <a:gridCol w="406718">
                  <a:extLst>
                    <a:ext uri="{9D8B030D-6E8A-4147-A177-3AD203B41FA5}">
                      <a16:colId val="2268619195"/>
                    </a:ext>
                  </a:extLst>
                </a:gridCol>
                <a:gridCol w="406718">
                  <a:extLst>
                    <a:ext uri="{9D8B030D-6E8A-4147-A177-3AD203B41FA5}">
                      <a16:colId val="864504614"/>
                    </a:ext>
                  </a:extLst>
                </a:gridCol>
                <a:gridCol w="463868">
                  <a:extLst>
                    <a:ext uri="{9D8B030D-6E8A-4147-A177-3AD203B41FA5}">
                      <a16:colId val="3192297510"/>
                    </a:ext>
                  </a:extLst>
                </a:gridCol>
                <a:gridCol w="292418">
                  <a:extLst>
                    <a:ext uri="{9D8B030D-6E8A-4147-A177-3AD203B41FA5}">
                      <a16:colId val="3467193364"/>
                    </a:ext>
                  </a:extLst>
                </a:gridCol>
                <a:gridCol w="349568">
                  <a:extLst>
                    <a:ext uri="{9D8B030D-6E8A-4147-A177-3AD203B41FA5}">
                      <a16:colId val="368205280"/>
                    </a:ext>
                  </a:extLst>
                </a:gridCol>
                <a:gridCol w="349568">
                  <a:extLst>
                    <a:ext uri="{9D8B030D-6E8A-4147-A177-3AD203B41FA5}">
                      <a16:colId val="1670926922"/>
                    </a:ext>
                  </a:extLst>
                </a:gridCol>
                <a:gridCol w="406718">
                  <a:extLst>
                    <a:ext uri="{9D8B030D-6E8A-4147-A177-3AD203B41FA5}">
                      <a16:colId val="3724559488"/>
                    </a:ext>
                  </a:extLst>
                </a:gridCol>
                <a:gridCol w="406718">
                  <a:extLst>
                    <a:ext uri="{9D8B030D-6E8A-4147-A177-3AD203B41FA5}">
                      <a16:colId val="1905551138"/>
                    </a:ext>
                  </a:extLst>
                </a:gridCol>
                <a:gridCol w="463868">
                  <a:extLst>
                    <a:ext uri="{9D8B030D-6E8A-4147-A177-3AD203B41FA5}">
                      <a16:colId val="110543510"/>
                    </a:ext>
                  </a:extLst>
                </a:gridCol>
              </a:tblGrid>
              <a:tr h="23100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val="1767277355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anti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left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right pro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val="1712677001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4119309479"/>
                  </a:ext>
                </a:extLst>
              </a:tr>
              <a:tr h="352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Personality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⊖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873191364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id="{37E3ED77-DD6E-53EB-9883-6EB136BA56D2}"/>
              </a:ext>
            </a:extLst>
          </p:cNvPr>
          <p:cNvSpPr txBox="1"/>
          <p:nvPr/>
        </p:nvSpPr>
        <p:spPr>
          <a:xfrm>
            <a:off x="7200067" y="6318069"/>
            <a:ext cx="2755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mention frequency f1 f2 f3.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id="{AF95AB0C-C70D-675F-7000-EBBBD57588A4}"/>
              </a:ext>
            </a:extLst>
          </p:cNvPr>
          <p:cNvGrpSpPr/>
          <p:nvPr/>
        </p:nvGrpSpPr>
        <p:grpSpPr>
          <a:xfrm>
            <a:off x="2095159" y="1280104"/>
            <a:ext cx="8861753" cy="1961951"/>
            <a:chOff x="1139187" y="307263"/>
            <a:chExt cx="8861753" cy="1961951"/>
          </a:xfrm>
        </p:grpSpPr>
        <p:grpSp>
          <p:nvGrpSpPr>
            <p:cNvPr id="2" name="Group 1">
              <a:extLst>
                <a:ext uri="{FF2B5EF4-FFF2-40B4-BE49-F238E27FC236}">
                  <a16:creationId id="{C5052FD9-BB22-F1AB-29F1-281E05F5F6D2}"/>
                </a:ext>
              </a:extLst>
            </p:cNvPr>
            <p:cNvGrpSpPr/>
            <p:nvPr/>
          </p:nvGrpSpPr>
          <p:grpSpPr>
            <a:xfrm>
              <a:off x="8037485" y="728716"/>
              <a:ext cx="1813219" cy="1220898"/>
              <a:chOff x="8275229" y="2846286"/>
              <a:chExt cx="1813219" cy="1220898"/>
            </a:xfrm>
          </p:grpSpPr>
          <p:sp>
            <p:nvSpPr>
              <p:cNvPr id="49" name="Triangle 48">
                <a:extLst>
                  <a:ext uri="{FF2B5EF4-FFF2-40B4-BE49-F238E27FC236}">
                    <a16:creationId id="{170EB429-15E2-14A0-48CA-9CB539A4C9D8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riangle 49">
                <a:extLst>
                  <a:ext uri="{FF2B5EF4-FFF2-40B4-BE49-F238E27FC236}">
                    <a16:creationId id="{42C614A3-07F4-89F3-39C9-9D2A4084C04F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iangle 50">
                <a:extLst>
                  <a:ext uri="{FF2B5EF4-FFF2-40B4-BE49-F238E27FC236}">
                    <a16:creationId id="{57E865BE-D5BF-3914-D9C0-A7308A3A8A0C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id="{80A59564-48B3-8AA8-5F4B-0F8D275144E2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riangle 52">
                <a:extLst>
                  <a:ext uri="{FF2B5EF4-FFF2-40B4-BE49-F238E27FC236}">
                    <a16:creationId id="{347F4A46-5921-4159-B031-793822BCAC96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riangle 53">
                <a:extLst>
                  <a:ext uri="{FF2B5EF4-FFF2-40B4-BE49-F238E27FC236}">
                    <a16:creationId id="{25C529E8-1AB7-D044-D497-E5D0D62854FE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id="{8C2B8D0C-EE09-7CC3-3F99-791685655C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id="{B5A710F3-8842-2620-2FBE-5F890FEEA7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id="{10B1806D-FBA5-3E4E-D561-C51160391AF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id="{06CBB8AC-0334-7A1F-90B1-A49522596E5B}"/>
                </a:ext>
              </a:extLst>
            </p:cNvPr>
            <p:cNvGrpSpPr/>
            <p:nvPr/>
          </p:nvGrpSpPr>
          <p:grpSpPr>
            <a:xfrm>
              <a:off x="3566294" y="728716"/>
              <a:ext cx="1813219" cy="1220898"/>
              <a:chOff x="6148696" y="2846286"/>
              <a:chExt cx="1813219" cy="1220898"/>
            </a:xfrm>
          </p:grpSpPr>
          <p:sp>
            <p:nvSpPr>
              <p:cNvPr id="71" name="Triangle 70">
                <a:extLst>
                  <a:ext uri="{FF2B5EF4-FFF2-40B4-BE49-F238E27FC236}">
                    <a16:creationId id="{12B34350-9B54-9464-F73D-8EEEF6C4EE13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iangle 71">
                <a:extLst>
                  <a:ext uri="{FF2B5EF4-FFF2-40B4-BE49-F238E27FC236}">
                    <a16:creationId id="{B666F65F-EB53-773D-B6DA-6AD5438C7F9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riangle 72">
                <a:extLst>
                  <a:ext uri="{FF2B5EF4-FFF2-40B4-BE49-F238E27FC236}">
                    <a16:creationId id="{26401045-0F2F-0961-D034-14CBC8EA50BB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riangle 73">
                <a:extLst>
                  <a:ext uri="{FF2B5EF4-FFF2-40B4-BE49-F238E27FC236}">
                    <a16:creationId id="{40E52BE1-00D8-1CAD-7E8D-AB0C479F3579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riangle 74">
                <a:extLst>
                  <a:ext uri="{FF2B5EF4-FFF2-40B4-BE49-F238E27FC236}">
                    <a16:creationId id="{93CFA62D-2D6E-8B0E-1F67-E4356256B439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riangle 75">
                <a:extLst>
                  <a:ext uri="{FF2B5EF4-FFF2-40B4-BE49-F238E27FC236}">
                    <a16:creationId id="{E4FBAC03-8FA0-FEC0-B7D0-186CAF58DC5D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id="{DE94BB8D-F7EF-628E-AEEE-280A0FC6640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id="{FB2F48C5-9D96-A32F-030F-A43509340C9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id="{73850DF7-2E78-8147-517E-E4876190090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id="{6E74AE21-D0E5-A0C5-76D4-90F7F15EE493}"/>
                </a:ext>
              </a:extLst>
            </p:cNvPr>
            <p:cNvGrpSpPr/>
            <p:nvPr/>
          </p:nvGrpSpPr>
          <p:grpSpPr>
            <a:xfrm>
              <a:off x="5795888" y="728716"/>
              <a:ext cx="1813219" cy="1220898"/>
              <a:chOff x="8275229" y="2846286"/>
              <a:chExt cx="1813219" cy="1220898"/>
            </a:xfrm>
          </p:grpSpPr>
          <p:sp>
            <p:nvSpPr>
              <p:cNvPr id="99" name="Triangle 98">
                <a:extLst>
                  <a:ext uri="{FF2B5EF4-FFF2-40B4-BE49-F238E27FC236}">
                    <a16:creationId id="{2E1E4D2B-6054-E8CB-4849-789E6C686793}"/>
                  </a:ext>
                </a:extLst>
              </p:cNvPr>
              <p:cNvSpPr/>
              <p:nvPr/>
            </p:nvSpPr>
            <p:spPr>
              <a:xfrm rot="3600000">
                <a:off x="8705603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riangle 99">
                <a:extLst>
                  <a:ext uri="{FF2B5EF4-FFF2-40B4-BE49-F238E27FC236}">
                    <a16:creationId id="{51BDDA6A-B2D8-0782-D3A8-EEEE39EDC511}"/>
                  </a:ext>
                </a:extLst>
              </p:cNvPr>
              <p:cNvSpPr/>
              <p:nvPr/>
            </p:nvSpPr>
            <p:spPr>
              <a:xfrm rot="18000000" flipH="1" flipV="1">
                <a:off x="8787530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riangle 100">
                <a:extLst>
                  <a:ext uri="{FF2B5EF4-FFF2-40B4-BE49-F238E27FC236}">
                    <a16:creationId id="{B32E0B41-4BDE-B399-2BE8-A510FF29B66D}"/>
                  </a:ext>
                </a:extLst>
              </p:cNvPr>
              <p:cNvSpPr/>
              <p:nvPr/>
            </p:nvSpPr>
            <p:spPr>
              <a:xfrm>
                <a:off x="9126277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riangle 101">
                <a:extLst>
                  <a:ext uri="{FF2B5EF4-FFF2-40B4-BE49-F238E27FC236}">
                    <a16:creationId id="{92E57F45-9CA7-AACD-FF20-71359FD3B554}"/>
                  </a:ext>
                </a:extLst>
              </p:cNvPr>
              <p:cNvSpPr/>
              <p:nvPr/>
            </p:nvSpPr>
            <p:spPr>
              <a:xfrm flipV="1">
                <a:off x="9128587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riangle 102">
                <a:extLst>
                  <a:ext uri="{FF2B5EF4-FFF2-40B4-BE49-F238E27FC236}">
                    <a16:creationId id="{BBFBFB2C-0C44-9D2E-B11D-DFD38164DA93}"/>
                  </a:ext>
                </a:extLst>
              </p:cNvPr>
              <p:cNvSpPr/>
              <p:nvPr/>
            </p:nvSpPr>
            <p:spPr>
              <a:xfrm rot="18000000">
                <a:off x="946641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Triangle 103">
                <a:extLst>
                  <a:ext uri="{FF2B5EF4-FFF2-40B4-BE49-F238E27FC236}">
                    <a16:creationId id="{2AF88178-0DFC-409F-A35B-7B4B375F8AFC}"/>
                  </a:ext>
                </a:extLst>
              </p:cNvPr>
              <p:cNvSpPr/>
              <p:nvPr/>
            </p:nvSpPr>
            <p:spPr>
              <a:xfrm rot="3600000" flipH="1" flipV="1">
                <a:off x="9546948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id="{D3C5EA83-FE9D-13F4-A277-D66295530F3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9111137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id="{0F2A6DC3-43E9-31CF-7C37-D8AD05885A1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826656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id="{1B0F15EB-8B68-78CF-D9A1-BF32CE3ED8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8968897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id="{660BF570-7AC8-8A01-E1EE-F9D09B08EF42}"/>
                </a:ext>
              </a:extLst>
            </p:cNvPr>
            <p:cNvGrpSpPr/>
            <p:nvPr/>
          </p:nvGrpSpPr>
          <p:grpSpPr>
            <a:xfrm>
              <a:off x="1293772" y="728716"/>
              <a:ext cx="1813219" cy="1220898"/>
              <a:chOff x="6148696" y="2846286"/>
              <a:chExt cx="1813219" cy="1220898"/>
            </a:xfrm>
          </p:grpSpPr>
          <p:sp>
            <p:nvSpPr>
              <p:cNvPr id="109" name="Triangle 108">
                <a:extLst>
                  <a:ext uri="{FF2B5EF4-FFF2-40B4-BE49-F238E27FC236}">
                    <a16:creationId id="{76059873-5680-BDE5-3DBC-BE5C971B1A0B}"/>
                  </a:ext>
                </a:extLst>
              </p:cNvPr>
              <p:cNvSpPr/>
              <p:nvPr/>
            </p:nvSpPr>
            <p:spPr>
              <a:xfrm rot="18000000" flipH="1">
                <a:off x="7420415" y="3213871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riangle 109">
                <a:extLst>
                  <a:ext uri="{FF2B5EF4-FFF2-40B4-BE49-F238E27FC236}">
                    <a16:creationId id="{A401ED56-DB1A-021E-3094-13C3AFEBC881}"/>
                  </a:ext>
                </a:extLst>
              </p:cNvPr>
              <p:cNvSpPr/>
              <p:nvPr/>
            </p:nvSpPr>
            <p:spPr>
              <a:xfrm rot="3600000" flipV="1">
                <a:off x="7338488" y="2864486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riangle 110">
                <a:extLst>
                  <a:ext uri="{FF2B5EF4-FFF2-40B4-BE49-F238E27FC236}">
                    <a16:creationId id="{BB64B241-1D29-6DE9-71F4-D42D8EE02435}"/>
                  </a:ext>
                </a:extLst>
              </p:cNvPr>
              <p:cNvSpPr/>
              <p:nvPr/>
            </p:nvSpPr>
            <p:spPr>
              <a:xfrm flipH="1">
                <a:off x="6999741" y="3457517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riangle 111">
                <a:extLst>
                  <a:ext uri="{FF2B5EF4-FFF2-40B4-BE49-F238E27FC236}">
                    <a16:creationId id="{95CF4E39-62A8-B98D-A6EF-726A6B951DB8}"/>
                  </a:ext>
                </a:extLst>
              </p:cNvPr>
              <p:cNvSpPr/>
              <p:nvPr/>
            </p:nvSpPr>
            <p:spPr>
              <a:xfrm flipH="1" flipV="1">
                <a:off x="6997431" y="2846286"/>
                <a:ext cx="111125" cy="609667"/>
              </a:xfrm>
              <a:prstGeom prst="triangle">
                <a:avLst/>
              </a:prstGeom>
              <a:solidFill>
                <a:srgbClr val="FF85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riangle 112">
                <a:extLst>
                  <a:ext uri="{FF2B5EF4-FFF2-40B4-BE49-F238E27FC236}">
                    <a16:creationId id="{C495E5CA-2543-987A-1017-2C75C5DF8DD1}"/>
                  </a:ext>
                </a:extLst>
              </p:cNvPr>
              <p:cNvSpPr/>
              <p:nvPr/>
            </p:nvSpPr>
            <p:spPr>
              <a:xfrm rot="3600000" flipH="1">
                <a:off x="6659604" y="3255788"/>
                <a:ext cx="111125" cy="79169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riangle 113">
                <a:extLst>
                  <a:ext uri="{FF2B5EF4-FFF2-40B4-BE49-F238E27FC236}">
                    <a16:creationId id="{F485A503-527B-3938-76D7-82B23F8CB03F}"/>
                  </a:ext>
                </a:extLst>
              </p:cNvPr>
              <p:cNvSpPr/>
              <p:nvPr/>
            </p:nvSpPr>
            <p:spPr>
              <a:xfrm rot="18000000" flipV="1">
                <a:off x="6579070" y="2727743"/>
                <a:ext cx="111125" cy="971874"/>
              </a:xfrm>
              <a:prstGeom prst="triangle">
                <a:avLst/>
              </a:prstGeom>
              <a:solidFill>
                <a:srgbClr val="9437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id="{F99A0A29-2030-ABF4-5DB8-6405542CD6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983766" y="3386881"/>
                <a:ext cx="142240" cy="142240"/>
              </a:xfrm>
              <a:prstGeom prst="ellipse">
                <a:avLst/>
              </a:prstGeom>
              <a:noFill/>
              <a:ln w="38100">
                <a:solidFill>
                  <a:srgbClr val="9437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id="{96664004-B434-9EFB-7DEF-B207232762F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699285" y="3102400"/>
                <a:ext cx="711202" cy="711202"/>
              </a:xfrm>
              <a:prstGeom prst="ellipse">
                <a:avLst/>
              </a:prstGeom>
              <a:noFill/>
              <a:ln w="38100">
                <a:solidFill>
                  <a:srgbClr val="FF85FF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id="{F564D719-7A9D-8556-429B-64B991083DA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 flipH="1">
                <a:off x="6841525" y="3244640"/>
                <a:ext cx="426721" cy="426721"/>
              </a:xfrm>
              <a:prstGeom prst="ellips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20" name="Arc 119">
              <a:extLst>
                <a:ext uri="{FF2B5EF4-FFF2-40B4-BE49-F238E27FC236}">
                  <a16:creationId id="{7E5D6D2D-7A44-31FE-820A-79405F695DC8}"/>
                </a:ext>
              </a:extLst>
            </p:cNvPr>
            <p:cNvSpPr/>
            <p:nvPr/>
          </p:nvSpPr>
          <p:spPr>
            <a:xfrm flipH="1">
              <a:off x="8655435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c 120">
              <a:extLst>
                <a:ext uri="{FF2B5EF4-FFF2-40B4-BE49-F238E27FC236}">
                  <a16:creationId id="{B471C1CC-4045-F1C3-7B0C-61DC2C9DAB10}"/>
                </a:ext>
              </a:extLst>
            </p:cNvPr>
            <p:cNvSpPr/>
            <p:nvPr/>
          </p:nvSpPr>
          <p:spPr>
            <a:xfrm flipH="1">
              <a:off x="4184244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id="{3EBF6584-68FF-309B-199E-56E387B06EF4}"/>
                </a:ext>
              </a:extLst>
            </p:cNvPr>
            <p:cNvSpPr/>
            <p:nvPr/>
          </p:nvSpPr>
          <p:spPr>
            <a:xfrm>
              <a:off x="6413838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Arc 122">
              <a:extLst>
                <a:ext uri="{FF2B5EF4-FFF2-40B4-BE49-F238E27FC236}">
                  <a16:creationId id="{8A0D873E-A452-CBE2-8907-4E65E4EED4F9}"/>
                </a:ext>
              </a:extLst>
            </p:cNvPr>
            <p:cNvSpPr/>
            <p:nvPr/>
          </p:nvSpPr>
          <p:spPr>
            <a:xfrm>
              <a:off x="1911722" y="307263"/>
              <a:ext cx="577318" cy="570194"/>
            </a:xfrm>
            <a:prstGeom prst="arc">
              <a:avLst>
                <a:gd name="adj1" fmla="val 10711711"/>
                <a:gd name="adj2" fmla="val 25998"/>
              </a:avLst>
            </a:prstGeom>
            <a:ln w="38100">
              <a:solidFill>
                <a:srgbClr val="00B050"/>
              </a:solidFill>
              <a:prstDash val="sysDot"/>
              <a:miter lim="800000"/>
              <a:head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id="{AAB0F03F-A9D6-B32F-8A98-C9BDF6B3D96F}"/>
                </a:ext>
              </a:extLst>
            </p:cNvPr>
            <p:cNvSpPr txBox="1"/>
            <p:nvPr/>
          </p:nvSpPr>
          <p:spPr>
            <a:xfrm>
              <a:off x="9758566" y="618748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id="{6C4C94AE-C56C-CDA2-F743-A52A0046F5B1}"/>
                </a:ext>
              </a:extLst>
            </p:cNvPr>
            <p:cNvSpPr txBox="1"/>
            <p:nvPr/>
          </p:nvSpPr>
          <p:spPr>
            <a:xfrm>
              <a:off x="7845344" y="16754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id="{8397D121-F424-0FA2-4DE4-C25782485FCB}"/>
                </a:ext>
              </a:extLst>
            </p:cNvPr>
            <p:cNvSpPr txBox="1"/>
            <p:nvPr/>
          </p:nvSpPr>
          <p:spPr>
            <a:xfrm>
              <a:off x="8008790" y="7161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id="{F9D73E7C-4614-41F9-1766-60F7966E1EC5}"/>
                </a:ext>
              </a:extLst>
            </p:cNvPr>
            <p:cNvSpPr txBox="1"/>
            <p:nvPr/>
          </p:nvSpPr>
          <p:spPr>
            <a:xfrm>
              <a:off x="9577220" y="15722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id="{F8E5B557-C253-6AE2-D6AE-65148F047155}"/>
                </a:ext>
              </a:extLst>
            </p:cNvPr>
            <p:cNvSpPr txBox="1"/>
            <p:nvPr/>
          </p:nvSpPr>
          <p:spPr>
            <a:xfrm>
              <a:off x="8763596" y="406300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id="{E2D001DC-6A57-FDA6-1395-2F1F793F09F4}"/>
                </a:ext>
              </a:extLst>
            </p:cNvPr>
            <p:cNvSpPr txBox="1"/>
            <p:nvPr/>
          </p:nvSpPr>
          <p:spPr>
            <a:xfrm>
              <a:off x="8761326" y="18986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id="{B674F617-4339-6FFD-20C2-A09605C42DC3}"/>
                </a:ext>
              </a:extLst>
            </p:cNvPr>
            <p:cNvSpPr txBox="1"/>
            <p:nvPr/>
          </p:nvSpPr>
          <p:spPr>
            <a:xfrm flipH="1">
              <a:off x="1139187" y="619999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id="{7C3BBC1B-BE05-42B0-5E27-9C96E94FF5F9}"/>
                </a:ext>
              </a:extLst>
            </p:cNvPr>
            <p:cNvSpPr txBox="1"/>
            <p:nvPr/>
          </p:nvSpPr>
          <p:spPr>
            <a:xfrm flipH="1">
              <a:off x="3012807" y="16405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I’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id="{0FE062FA-BD4E-BA0C-C87B-98BA1A76063F}"/>
                </a:ext>
              </a:extLst>
            </p:cNvPr>
            <p:cNvSpPr txBox="1"/>
            <p:nvPr/>
          </p:nvSpPr>
          <p:spPr>
            <a:xfrm flipH="1">
              <a:off x="2831255" y="71737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id="{887D7683-6F80-187E-6234-57B0C5373D29}"/>
                </a:ext>
              </a:extLst>
            </p:cNvPr>
            <p:cNvSpPr txBox="1"/>
            <p:nvPr/>
          </p:nvSpPr>
          <p:spPr>
            <a:xfrm flipH="1">
              <a:off x="1205117" y="16006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II’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id="{5C563631-0F74-7B4D-23A4-682EB7907728}"/>
                </a:ext>
              </a:extLst>
            </p:cNvPr>
            <p:cNvSpPr txBox="1"/>
            <p:nvPr/>
          </p:nvSpPr>
          <p:spPr>
            <a:xfrm flipH="1">
              <a:off x="2018741" y="40755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id="{1363B912-60B4-E39C-BB34-C989050C30C0}"/>
                </a:ext>
              </a:extLst>
            </p:cNvPr>
            <p:cNvSpPr txBox="1"/>
            <p:nvPr/>
          </p:nvSpPr>
          <p:spPr>
            <a:xfrm flipH="1">
              <a:off x="2017621" y="18998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III’</a:t>
              </a:r>
            </a:p>
          </p:txBody>
        </p:sp>
      </p:grpSp>
      <p:sp>
        <p:nvSpPr>
          <p:cNvPr id="62" name="Title 4">
            <a:extLst>
              <a:ext uri="{FF2B5EF4-FFF2-40B4-BE49-F238E27FC236}">
                <a16:creationId id="{2CA733AA-2E65-F8CA-ABAC-908E7A436A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Neutrino and Anti-Neutrino</a:t>
            </a:r>
          </a:p>
        </p:txBody>
      </p:sp>
      <p:sp>
        <p:nvSpPr>
          <p:cNvPr id="63" name="TextBox 62">
            <a:extLst>
              <a:ext uri="{FF2B5EF4-FFF2-40B4-BE49-F238E27FC236}">
                <a16:creationId id="{8BE57774-DDF7-B60B-B397-CD725AD04A49}"/>
              </a:ext>
            </a:extLst>
          </p:cNvPr>
          <p:cNvSpPr txBox="1"/>
          <p:nvPr/>
        </p:nvSpPr>
        <p:spPr>
          <a:xfrm>
            <a:off x="737094" y="4460364"/>
            <a:ext cx="99715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tri-binary Noether core is the Gen I foundation providing six polar vortices for personality 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three binaries have vastly different energies, frequencies, and radius of orbit.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architecture naturally lends itself to two different orbital configurations as well as spin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symmetries of the architecture result in only one color regardless of architrino provenance.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 configurations may not be stable in nature, i.e., the ones not observed.</a:t>
            </a:r>
          </a:p>
        </p:txBody>
      </p:sp>
      <p:sp>
        <p:nvSpPr>
          <p:cNvPr id="189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807413753"/>
      </p:ext>
    </p:extLst>
  </p:cSld>
  <p:clrMapOvr>
    <a:masterClrMapping/>
  </p:clrMapOvr>
</p:sld>
</file>

<file path=ppt/slides/slide35.xml><?xml version="1.0" encoding="utf-8"?>
<p:sld xmlns:a="http://schemas.openxmlformats.org/drawingml/2006/main" xmlns:a16="http://schemas.microsoft.com/office/drawing/2014/main" xmlns:ns3="http://schemas.microsoft.com/office/drawing/2017/decorative" xmlns:ns4="http://schemas.microsoft.com/office/powerpoint/2015/main" xmlns:ns5="http://schemas.microsoft.com/office/powerpoint/2010/main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id="{2A8AA5BC-4F7A-4226-8F99-6D824B226A97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id="{3E5445C6-DD42-4979-86FF-03730E8C6DB0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id="{7710B119-EC53-BA46-BAA3-CB758CDED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id="{44E6BC0E-0DB7-C346-A0CC-E3CB36C29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id="{45000665-DFC7-417E-8FD7-516A0F15C975}"/>
              </a:ext>
              <a:ext uri="{C183D7F6-B498-43B3-948B-1728B52AA6E4}">
                <ns3:decorative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ns4:designElem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id="{9E726E67-7B90-B642-8D26-6DDF890C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5971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Nature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5:creationId val="3747833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a16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8FCE730F-2769-B25B-80A0-75B6CFD2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id="{9535E487-4717-7797-8A42-C5DE35887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99697"/>
            <a:ext cx="2114937" cy="631970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visualization of twelve non-moving architrinos showing how their 1/r causal wake stream expands radially outward at field speed.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 is abstracted Euclidean x,y,z.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 is linear forward moving time.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These are the ingredients for a down quark.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Assembly required!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binary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di-binary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tri-binary Noether core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six personality charges bonded in polar regions of each orbital axis.</a:t>
            </a:r>
          </a:p>
          <a:p>
            <a:pPr marL="342900" indent="-342900">
              <a:lnSpc>
                <a:spcPct val="80000"/>
              </a:lnSpc>
              <a:spcBef>
                <a:spcPts val="600"/>
              </a:spcBef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voila, a down quark</a:t>
            </a:r>
          </a:p>
          <a:p>
            <a:pPr marL="0" indent="0">
              <a:lnSpc>
                <a:spcPct val="80000"/>
              </a:lnSpc>
              <a:buNone/>
            </a:pPr>
            <a:endParaRPr lang="en-US" sz="16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id="{C8ED470A-F775-3E17-08C6-70E474AE2F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99" t="26268" r="15247" b="18072"/>
          <a:stretch/>
        </p:blipFill>
        <p:spPr>
          <a:xfrm>
            <a:off x="2114937" y="0"/>
            <a:ext cx="10077062" cy="6857999"/>
          </a:xfrm>
          <a:prstGeom prst="rect">
            <a:avLst/>
          </a:prstGeom>
        </p:spPr>
      </p:pic>
      <p:sp>
        <p:nvSpPr>
          <p:cNvPr id="5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4:creationId val="156441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2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21085</TotalTime>
  <Words>4171</Words>
  <Application>Microsoft Macintosh PowerPoint</Application>
  <PresentationFormat>Widescreen</PresentationFormat>
  <Paragraphs>1621</Paragraphs>
  <Slides>36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Helvetica Neue</vt:lpstr>
      <vt:lpstr>Helvetica Neue Condensed Black</vt:lpstr>
      <vt:lpstr>Office Theme</vt:lpstr>
      <vt:lpstr>1_Office Theme</vt:lpstr>
      <vt:lpstr>PowerPoint Presentation</vt:lpstr>
      <vt:lpstr>The Basis of Nature</vt:lpstr>
      <vt:lpstr>PowerPoint Presentation</vt:lpstr>
      <vt:lpstr>PowerPoint Presentation</vt:lpstr>
      <vt:lpstr>The Architecture of Nature</vt:lpstr>
      <vt:lpstr>PowerPoint Presentation</vt:lpstr>
      <vt:lpstr>PowerPoint Presentation</vt:lpstr>
      <vt:lpstr>Causality, Locality, Unitarity</vt:lpstr>
      <vt:lpstr>The Noether Energy Conservation Core</vt:lpstr>
      <vt:lpstr>The Electron</vt:lpstr>
      <vt:lpstr>The Up Quark</vt:lpstr>
      <vt:lpstr>The Down Quark</vt:lpstr>
      <vt:lpstr>The Photon</vt:lpstr>
      <vt:lpstr>The Neutrino (with personality)</vt:lpstr>
      <vt:lpstr>The Positron, aka the Anti-Electron</vt:lpstr>
      <vt:lpstr>The Anti-Up Quark</vt:lpstr>
      <vt:lpstr>Anti-Charm Quark</vt:lpstr>
      <vt:lpstr>The Strange Quark</vt:lpstr>
      <vt:lpstr>The Muon</vt:lpstr>
      <vt:lpstr>The Anti-Muon</vt:lpstr>
      <vt:lpstr>The Tau</vt:lpstr>
      <vt:lpstr>The Anti-Tau</vt:lpstr>
      <vt:lpstr>The Charm Quark</vt:lpstr>
      <vt:lpstr>The Neutron  Three Quarks Down:Up:Down  36 point potentials  3 Noether cores</vt:lpstr>
      <vt:lpstr>The Proton  Three Quarks Up: Down:Up  36 point potentials  3 Noether cores</vt:lpstr>
      <vt:lpstr>The Anti-Down Quark</vt:lpstr>
      <vt:lpstr>Anti-Strange Quark</vt:lpstr>
      <vt:lpstr>The Electron Neutrino</vt:lpstr>
      <vt:lpstr>The Muon Neutrino</vt:lpstr>
      <vt:lpstr>The Tau Neutrino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483</cp:revision>
  <cp:lastPrinted>2021-09-06T03:42:21Z</cp:lastPrinted>
  <dcterms:created xsi:type="dcterms:W3CDTF">2020-07-11T20:04:21Z</dcterms:created>
  <dcterms:modified xsi:type="dcterms:W3CDTF">2026-07-03T17:29:13Z</dcterms:modified>
</cp:coreProperties>
</file>